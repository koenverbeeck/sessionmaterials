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768" r:id="rId2"/>
  </p:sldMasterIdLst>
  <p:notesMasterIdLst>
    <p:notesMasterId r:id="rId65"/>
  </p:notesMasterIdLst>
  <p:sldIdLst>
    <p:sldId id="2147479233" r:id="rId3"/>
    <p:sldId id="2147479182" r:id="rId4"/>
    <p:sldId id="2147479176" r:id="rId5"/>
    <p:sldId id="2147479177" r:id="rId6"/>
    <p:sldId id="384" r:id="rId7"/>
    <p:sldId id="2147479217" r:id="rId8"/>
    <p:sldId id="2147479179" r:id="rId9"/>
    <p:sldId id="2147479180" r:id="rId10"/>
    <p:sldId id="2147479181" r:id="rId11"/>
    <p:sldId id="2147479190" r:id="rId12"/>
    <p:sldId id="2147479189" r:id="rId13"/>
    <p:sldId id="2147479184" r:id="rId14"/>
    <p:sldId id="2147479186" r:id="rId15"/>
    <p:sldId id="2147479185" r:id="rId16"/>
    <p:sldId id="2147479187" r:id="rId17"/>
    <p:sldId id="2147479191" r:id="rId18"/>
    <p:sldId id="2147479188" r:id="rId19"/>
    <p:sldId id="2147479192" r:id="rId20"/>
    <p:sldId id="284" r:id="rId21"/>
    <p:sldId id="285" r:id="rId22"/>
    <p:sldId id="286" r:id="rId23"/>
    <p:sldId id="287" r:id="rId24"/>
    <p:sldId id="2147479194" r:id="rId25"/>
    <p:sldId id="2147479195" r:id="rId26"/>
    <p:sldId id="383" r:id="rId27"/>
    <p:sldId id="385" r:id="rId28"/>
    <p:sldId id="406" r:id="rId29"/>
    <p:sldId id="409" r:id="rId30"/>
    <p:sldId id="410" r:id="rId31"/>
    <p:sldId id="2147479196" r:id="rId32"/>
    <p:sldId id="2147479198" r:id="rId33"/>
    <p:sldId id="2147479193" r:id="rId34"/>
    <p:sldId id="2147479197" r:id="rId35"/>
    <p:sldId id="2147479222" r:id="rId36"/>
    <p:sldId id="2147479226" r:id="rId37"/>
    <p:sldId id="2147479223" r:id="rId38"/>
    <p:sldId id="2147479227" r:id="rId39"/>
    <p:sldId id="2147479228" r:id="rId40"/>
    <p:sldId id="2147479202" r:id="rId41"/>
    <p:sldId id="2147479203" r:id="rId42"/>
    <p:sldId id="2147479204" r:id="rId43"/>
    <p:sldId id="2147479219" r:id="rId44"/>
    <p:sldId id="2147479229" r:id="rId45"/>
    <p:sldId id="2147479220" r:id="rId46"/>
    <p:sldId id="2147479225" r:id="rId47"/>
    <p:sldId id="2147479206" r:id="rId48"/>
    <p:sldId id="417" r:id="rId49"/>
    <p:sldId id="2147479207" r:id="rId50"/>
    <p:sldId id="2147479208" r:id="rId51"/>
    <p:sldId id="2147479211" r:id="rId52"/>
    <p:sldId id="2147479212" r:id="rId53"/>
    <p:sldId id="2147479209" r:id="rId54"/>
    <p:sldId id="2147479213" r:id="rId55"/>
    <p:sldId id="2147479210" r:id="rId56"/>
    <p:sldId id="2147479214" r:id="rId57"/>
    <p:sldId id="2147479234" r:id="rId58"/>
    <p:sldId id="2147479215" r:id="rId59"/>
    <p:sldId id="2147479224" r:id="rId60"/>
    <p:sldId id="403" r:id="rId61"/>
    <p:sldId id="2147479216" r:id="rId62"/>
    <p:sldId id="2147479221" r:id="rId63"/>
    <p:sldId id="2147479235" r:id="rId6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D1B5"/>
    <a:srgbClr val="1D313C"/>
    <a:srgbClr val="FFFFFF"/>
    <a:srgbClr val="00188F"/>
    <a:srgbClr val="FF7E00"/>
    <a:srgbClr val="FFF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2921" autoAdjust="0"/>
  </p:normalViewPr>
  <p:slideViewPr>
    <p:cSldViewPr snapToGrid="0">
      <p:cViewPr varScale="1">
        <p:scale>
          <a:sx n="92" d="100"/>
          <a:sy n="92" d="100"/>
        </p:scale>
        <p:origin x="132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FA3C01-B46B-486A-A398-D6491D3485E9}" type="doc">
      <dgm:prSet loTypeId="urn:microsoft.com/office/officeart/2008/layout/Hexagon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091FA419-B324-46AF-A19F-B426F2434F7C}">
      <dgm:prSet phldrT="[Text]"/>
      <dgm:spPr/>
      <dgm:t>
        <a:bodyPr/>
        <a:lstStyle/>
        <a:p>
          <a:r>
            <a:rPr lang="en-US" dirty="0"/>
            <a:t>single environment</a:t>
          </a:r>
          <a:endParaRPr lang="nl-BE" dirty="0"/>
        </a:p>
      </dgm:t>
    </dgm:pt>
    <dgm:pt modelId="{A06ADDFE-A758-4DBE-AA57-C50228C2C494}" type="parTrans" cxnId="{E42A21BF-4F26-4D4B-AD5E-2943576FCF4E}">
      <dgm:prSet/>
      <dgm:spPr/>
      <dgm:t>
        <a:bodyPr/>
        <a:lstStyle/>
        <a:p>
          <a:endParaRPr lang="nl-BE"/>
        </a:p>
      </dgm:t>
    </dgm:pt>
    <dgm:pt modelId="{54A635B4-3E97-40FC-A001-FCD0DB93A4B2}" type="sibTrans" cxnId="{E42A21BF-4F26-4D4B-AD5E-2943576FCF4E}">
      <dgm:prSet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nl-BE"/>
        </a:p>
      </dgm:t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65F40D74-476D-4254-AE7E-8BF60928237E}">
      <dgm:prSet phldrT="[Text]"/>
      <dgm:spPr/>
      <dgm:t>
        <a:bodyPr/>
        <a:lstStyle/>
        <a:p>
          <a:r>
            <a:rPr lang="en-US" dirty="0"/>
            <a:t>ETL/ELT once a day</a:t>
          </a:r>
          <a:endParaRPr lang="nl-BE" dirty="0"/>
        </a:p>
      </dgm:t>
    </dgm:pt>
    <dgm:pt modelId="{FECAC3ED-1400-4AA5-9A9B-43C5CE137AE3}" type="parTrans" cxnId="{5CC93E11-6407-44BB-9ECF-25B07C77EA96}">
      <dgm:prSet/>
      <dgm:spPr/>
      <dgm:t>
        <a:bodyPr/>
        <a:lstStyle/>
        <a:p>
          <a:endParaRPr lang="nl-BE"/>
        </a:p>
      </dgm:t>
    </dgm:pt>
    <dgm:pt modelId="{42E5942D-EFAC-4135-9760-095C0DA5CABF}" type="sibTrans" cxnId="{5CC93E11-6407-44BB-9ECF-25B07C77EA96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  <dgm:t>
        <a:bodyPr/>
        <a:lstStyle/>
        <a:p>
          <a:endParaRPr lang="nl-BE"/>
        </a:p>
      </dgm:t>
    </dgm:pt>
    <dgm:pt modelId="{2E833345-7841-4254-906A-09936330D3D7}">
      <dgm:prSet phldrT="[Text]"/>
      <dgm:spPr/>
      <dgm:t>
        <a:bodyPr/>
        <a:lstStyle/>
        <a:p>
          <a:r>
            <a:rPr lang="en-US" dirty="0"/>
            <a:t>€100/month</a:t>
          </a:r>
          <a:endParaRPr lang="nl-BE" dirty="0"/>
        </a:p>
      </dgm:t>
    </dgm:pt>
    <dgm:pt modelId="{6C8986CA-8E19-4AF5-B551-E677BB97B777}" type="parTrans" cxnId="{7B7D202E-2BBE-4BF3-B6EA-5554E9E853BA}">
      <dgm:prSet/>
      <dgm:spPr/>
      <dgm:t>
        <a:bodyPr/>
        <a:lstStyle/>
        <a:p>
          <a:endParaRPr lang="nl-BE"/>
        </a:p>
      </dgm:t>
    </dgm:pt>
    <dgm:pt modelId="{41457802-B2CF-4106-8341-EA73CF90F411}" type="sibTrans" cxnId="{7B7D202E-2BBE-4BF3-B6EA-5554E9E853BA}">
      <dgm:prSet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nl-BE"/>
        </a:p>
      </dgm:t>
      <dgm:extLst>
        <a:ext uri="{E40237B7-FDA0-4F09-8148-C483321AD2D9}">
          <dgm14:cNvPr xmlns:dgm14="http://schemas.microsoft.com/office/drawing/2010/diagram" id="0" name="" descr="Cloud with solid fill"/>
        </a:ext>
      </dgm:extLst>
    </dgm:pt>
    <dgm:pt modelId="{5859CF7C-702E-4757-B09B-F7F42C28F0AC}" type="pres">
      <dgm:prSet presAssocID="{27FA3C01-B46B-486A-A398-D6491D3485E9}" presName="Name0" presStyleCnt="0">
        <dgm:presLayoutVars>
          <dgm:chMax val="21"/>
          <dgm:chPref val="21"/>
        </dgm:presLayoutVars>
      </dgm:prSet>
      <dgm:spPr/>
    </dgm:pt>
    <dgm:pt modelId="{53AAB3B3-DCD0-4E69-AFF4-5DC5289AE008}" type="pres">
      <dgm:prSet presAssocID="{091FA419-B324-46AF-A19F-B426F2434F7C}" presName="text1" presStyleCnt="0"/>
      <dgm:spPr/>
    </dgm:pt>
    <dgm:pt modelId="{D3652DA4-3863-4898-BF1F-573C7BC992FD}" type="pres">
      <dgm:prSet presAssocID="{091FA419-B324-46AF-A19F-B426F2434F7C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17F19D2-F387-48C1-BD9E-C732BDE5FADD}" type="pres">
      <dgm:prSet presAssocID="{091FA419-B324-46AF-A19F-B426F2434F7C}" presName="textaccent1" presStyleCnt="0"/>
      <dgm:spPr/>
    </dgm:pt>
    <dgm:pt modelId="{A8F9A003-BA13-4D3B-8494-7690322C15E4}" type="pres">
      <dgm:prSet presAssocID="{091FA419-B324-46AF-A19F-B426F2434F7C}" presName="accentRepeatNode" presStyleLbl="solidAlignAcc1" presStyleIdx="0" presStyleCnt="6"/>
      <dgm:spPr>
        <a:solidFill>
          <a:srgbClr val="FF7E00"/>
        </a:solidFill>
      </dgm:spPr>
    </dgm:pt>
    <dgm:pt modelId="{20D6AB02-DE07-415F-B9A2-679427881F44}" type="pres">
      <dgm:prSet presAssocID="{54A635B4-3E97-40FC-A001-FCD0DB93A4B2}" presName="image1" presStyleCnt="0"/>
      <dgm:spPr/>
    </dgm:pt>
    <dgm:pt modelId="{10C31060-AEB8-4CAC-8872-75AD33A56FB0}" type="pres">
      <dgm:prSet presAssocID="{54A635B4-3E97-40FC-A001-FCD0DB93A4B2}" presName="imageRepeatNode" presStyleLbl="alignAcc1" presStyleIdx="0" presStyleCnt="3"/>
      <dgm:spPr/>
    </dgm:pt>
    <dgm:pt modelId="{33F6A8E4-DE37-4A40-B561-B71987D9BD3A}" type="pres">
      <dgm:prSet presAssocID="{54A635B4-3E97-40FC-A001-FCD0DB93A4B2}" presName="imageaccent1" presStyleCnt="0"/>
      <dgm:spPr/>
    </dgm:pt>
    <dgm:pt modelId="{9209AA7E-3F5B-4A33-A495-18C6A7C01B36}" type="pres">
      <dgm:prSet presAssocID="{54A635B4-3E97-40FC-A001-FCD0DB93A4B2}" presName="accentRepeatNode" presStyleLbl="solidAlignAcc1" presStyleIdx="1" presStyleCnt="6" custLinFactX="15221" custLinFactY="-144997" custLinFactNeighborX="100000" custLinFactNeighborY="-200000"/>
      <dgm:spPr>
        <a:ln>
          <a:solidFill>
            <a:schemeClr val="bg1"/>
          </a:solidFill>
        </a:ln>
      </dgm:spPr>
    </dgm:pt>
    <dgm:pt modelId="{FD16300E-F2C8-4F52-8670-BDC39FA46C83}" type="pres">
      <dgm:prSet presAssocID="{65F40D74-476D-4254-AE7E-8BF60928237E}" presName="text2" presStyleCnt="0"/>
      <dgm:spPr/>
    </dgm:pt>
    <dgm:pt modelId="{8D753672-9528-44E4-85CD-6F83D1DDBDEF}" type="pres">
      <dgm:prSet presAssocID="{65F40D74-476D-4254-AE7E-8BF60928237E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0D4788D-9109-49F1-B517-B0BF99E0B8AA}" type="pres">
      <dgm:prSet presAssocID="{65F40D74-476D-4254-AE7E-8BF60928237E}" presName="textaccent2" presStyleCnt="0"/>
      <dgm:spPr/>
    </dgm:pt>
    <dgm:pt modelId="{913332C9-D757-449E-A19B-DCB2399868F8}" type="pres">
      <dgm:prSet presAssocID="{65F40D74-476D-4254-AE7E-8BF60928237E}" presName="accentRepeatNode" presStyleLbl="solidAlignAcc1" presStyleIdx="2" presStyleCnt="6"/>
      <dgm:spPr>
        <a:solidFill>
          <a:srgbClr val="FF7E00"/>
        </a:solidFill>
      </dgm:spPr>
    </dgm:pt>
    <dgm:pt modelId="{BCDC0385-64BA-4E19-B8C8-31F2D3594825}" type="pres">
      <dgm:prSet presAssocID="{42E5942D-EFAC-4135-9760-095C0DA5CABF}" presName="image2" presStyleCnt="0"/>
      <dgm:spPr/>
    </dgm:pt>
    <dgm:pt modelId="{0F1FC6AD-A203-47E0-82FF-918BD9DCCCDD}" type="pres">
      <dgm:prSet presAssocID="{42E5942D-EFAC-4135-9760-095C0DA5CABF}" presName="imageRepeatNode" presStyleLbl="alignAcc1" presStyleIdx="1" presStyleCnt="3"/>
      <dgm:spPr/>
    </dgm:pt>
    <dgm:pt modelId="{B2E29442-4286-4BF1-99A5-A195AE1CE8BA}" type="pres">
      <dgm:prSet presAssocID="{42E5942D-EFAC-4135-9760-095C0DA5CABF}" presName="imageaccent2" presStyleCnt="0"/>
      <dgm:spPr/>
    </dgm:pt>
    <dgm:pt modelId="{A52D3D66-8EA5-44A5-96EF-9BE1C66BFEA2}" type="pres">
      <dgm:prSet presAssocID="{42E5942D-EFAC-4135-9760-095C0DA5CABF}" presName="accentRepeatNode" presStyleLbl="solidAlignAcc1" presStyleIdx="3" presStyleCnt="6" custLinFactX="100000" custLinFactY="-81124" custLinFactNeighborX="100707" custLinFactNeighborY="-100000"/>
      <dgm:spPr>
        <a:ln>
          <a:solidFill>
            <a:schemeClr val="bg1"/>
          </a:solidFill>
        </a:ln>
      </dgm:spPr>
    </dgm:pt>
    <dgm:pt modelId="{7EBEC382-DF4F-4482-A651-6D456D57D35F}" type="pres">
      <dgm:prSet presAssocID="{2E833345-7841-4254-906A-09936330D3D7}" presName="text3" presStyleCnt="0"/>
      <dgm:spPr/>
    </dgm:pt>
    <dgm:pt modelId="{15C3ECE6-5C26-4580-B66B-A9A32C32DAB0}" type="pres">
      <dgm:prSet presAssocID="{2E833345-7841-4254-906A-09936330D3D7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5D33E15-B0F3-472C-BFCB-242DEE8B6A5C}" type="pres">
      <dgm:prSet presAssocID="{2E833345-7841-4254-906A-09936330D3D7}" presName="textaccent3" presStyleCnt="0"/>
      <dgm:spPr/>
    </dgm:pt>
    <dgm:pt modelId="{530F34FC-9025-4CB5-8312-668515940FA8}" type="pres">
      <dgm:prSet presAssocID="{2E833345-7841-4254-906A-09936330D3D7}" presName="accentRepeatNode" presStyleLbl="solidAlignAcc1" presStyleIdx="4" presStyleCnt="6"/>
      <dgm:spPr>
        <a:solidFill>
          <a:schemeClr val="accent1"/>
        </a:solidFill>
      </dgm:spPr>
    </dgm:pt>
    <dgm:pt modelId="{C5E2B2A4-4029-4BEE-8A25-D9EE145452E8}" type="pres">
      <dgm:prSet presAssocID="{41457802-B2CF-4106-8341-EA73CF90F411}" presName="image3" presStyleCnt="0"/>
      <dgm:spPr/>
    </dgm:pt>
    <dgm:pt modelId="{D7D4EBB9-CE95-472A-BE6B-6AEF034729F1}" type="pres">
      <dgm:prSet presAssocID="{41457802-B2CF-4106-8341-EA73CF90F411}" presName="imageRepeatNode" presStyleLbl="alignAcc1" presStyleIdx="2" presStyleCnt="3"/>
      <dgm:spPr/>
    </dgm:pt>
    <dgm:pt modelId="{48C22D17-5EEB-4504-9100-4408771EAC8B}" type="pres">
      <dgm:prSet presAssocID="{41457802-B2CF-4106-8341-EA73CF90F411}" presName="imageaccent3" presStyleCnt="0"/>
      <dgm:spPr/>
    </dgm:pt>
    <dgm:pt modelId="{B7DB2206-5D7E-417F-AA75-0D4BBE2251FE}" type="pres">
      <dgm:prSet presAssocID="{41457802-B2CF-4106-8341-EA73CF90F411}" presName="accentRepeatNode" presStyleLbl="solidAlignAcc1" presStyleIdx="5" presStyleCnt="6" custLinFactX="44955" custLinFactY="-166559" custLinFactNeighborX="100000" custLinFactNeighborY="-200000"/>
      <dgm:spPr>
        <a:ln>
          <a:solidFill>
            <a:schemeClr val="bg1"/>
          </a:solidFill>
        </a:ln>
      </dgm:spPr>
    </dgm:pt>
  </dgm:ptLst>
  <dgm:cxnLst>
    <dgm:cxn modelId="{5CC93E11-6407-44BB-9ECF-25B07C77EA96}" srcId="{27FA3C01-B46B-486A-A398-D6491D3485E9}" destId="{65F40D74-476D-4254-AE7E-8BF60928237E}" srcOrd="1" destOrd="0" parTransId="{FECAC3ED-1400-4AA5-9A9B-43C5CE137AE3}" sibTransId="{42E5942D-EFAC-4135-9760-095C0DA5CABF}"/>
    <dgm:cxn modelId="{81342D17-64C5-4D91-86B0-611269FBF655}" type="presOf" srcId="{65F40D74-476D-4254-AE7E-8BF60928237E}" destId="{8D753672-9528-44E4-85CD-6F83D1DDBDEF}" srcOrd="0" destOrd="0" presId="urn:microsoft.com/office/officeart/2008/layout/HexagonCluster"/>
    <dgm:cxn modelId="{7B7D202E-2BBE-4BF3-B6EA-5554E9E853BA}" srcId="{27FA3C01-B46B-486A-A398-D6491D3485E9}" destId="{2E833345-7841-4254-906A-09936330D3D7}" srcOrd="2" destOrd="0" parTransId="{6C8986CA-8E19-4AF5-B551-E677BB97B777}" sibTransId="{41457802-B2CF-4106-8341-EA73CF90F411}"/>
    <dgm:cxn modelId="{02596633-FC42-43EC-9051-1BBDF7B46556}" type="presOf" srcId="{091FA419-B324-46AF-A19F-B426F2434F7C}" destId="{D3652DA4-3863-4898-BF1F-573C7BC992FD}" srcOrd="0" destOrd="0" presId="urn:microsoft.com/office/officeart/2008/layout/HexagonCluster"/>
    <dgm:cxn modelId="{5BC4CA3C-5908-4E8C-B710-88DA14EFBCD2}" type="presOf" srcId="{42E5942D-EFAC-4135-9760-095C0DA5CABF}" destId="{0F1FC6AD-A203-47E0-82FF-918BD9DCCCDD}" srcOrd="0" destOrd="0" presId="urn:microsoft.com/office/officeart/2008/layout/HexagonCluster"/>
    <dgm:cxn modelId="{DB9CC340-0E37-4D00-B97D-34A86312B49A}" type="presOf" srcId="{54A635B4-3E97-40FC-A001-FCD0DB93A4B2}" destId="{10C31060-AEB8-4CAC-8872-75AD33A56FB0}" srcOrd="0" destOrd="0" presId="urn:microsoft.com/office/officeart/2008/layout/HexagonCluster"/>
    <dgm:cxn modelId="{E6B23A7E-78D0-4CCE-B574-E9BAE436F77B}" type="presOf" srcId="{41457802-B2CF-4106-8341-EA73CF90F411}" destId="{D7D4EBB9-CE95-472A-BE6B-6AEF034729F1}" srcOrd="0" destOrd="0" presId="urn:microsoft.com/office/officeart/2008/layout/HexagonCluster"/>
    <dgm:cxn modelId="{E42A21BF-4F26-4D4B-AD5E-2943576FCF4E}" srcId="{27FA3C01-B46B-486A-A398-D6491D3485E9}" destId="{091FA419-B324-46AF-A19F-B426F2434F7C}" srcOrd="0" destOrd="0" parTransId="{A06ADDFE-A758-4DBE-AA57-C50228C2C494}" sibTransId="{54A635B4-3E97-40FC-A001-FCD0DB93A4B2}"/>
    <dgm:cxn modelId="{C65DD0C5-B3AA-4858-91D1-9DB356CD8DFF}" type="presOf" srcId="{27FA3C01-B46B-486A-A398-D6491D3485E9}" destId="{5859CF7C-702E-4757-B09B-F7F42C28F0AC}" srcOrd="0" destOrd="0" presId="urn:microsoft.com/office/officeart/2008/layout/HexagonCluster"/>
    <dgm:cxn modelId="{5969BBD6-C8DA-4313-BA7D-A0E846640014}" type="presOf" srcId="{2E833345-7841-4254-906A-09936330D3D7}" destId="{15C3ECE6-5C26-4580-B66B-A9A32C32DAB0}" srcOrd="0" destOrd="0" presId="urn:microsoft.com/office/officeart/2008/layout/HexagonCluster"/>
    <dgm:cxn modelId="{CFC8238A-3418-4366-8530-207AC816CB79}" type="presParOf" srcId="{5859CF7C-702E-4757-B09B-F7F42C28F0AC}" destId="{53AAB3B3-DCD0-4E69-AFF4-5DC5289AE008}" srcOrd="0" destOrd="0" presId="urn:microsoft.com/office/officeart/2008/layout/HexagonCluster"/>
    <dgm:cxn modelId="{1359451D-E35B-438B-AC0F-572C88DA99F0}" type="presParOf" srcId="{53AAB3B3-DCD0-4E69-AFF4-5DC5289AE008}" destId="{D3652DA4-3863-4898-BF1F-573C7BC992FD}" srcOrd="0" destOrd="0" presId="urn:microsoft.com/office/officeart/2008/layout/HexagonCluster"/>
    <dgm:cxn modelId="{09035F9D-7D4F-474F-88F7-30E0BDDA7291}" type="presParOf" srcId="{5859CF7C-702E-4757-B09B-F7F42C28F0AC}" destId="{F17F19D2-F387-48C1-BD9E-C732BDE5FADD}" srcOrd="1" destOrd="0" presId="urn:microsoft.com/office/officeart/2008/layout/HexagonCluster"/>
    <dgm:cxn modelId="{1A8705C4-F177-411E-9AF2-93378AB4CF9F}" type="presParOf" srcId="{F17F19D2-F387-48C1-BD9E-C732BDE5FADD}" destId="{A8F9A003-BA13-4D3B-8494-7690322C15E4}" srcOrd="0" destOrd="0" presId="urn:microsoft.com/office/officeart/2008/layout/HexagonCluster"/>
    <dgm:cxn modelId="{7A658626-03A6-4A69-91D9-46C94425085B}" type="presParOf" srcId="{5859CF7C-702E-4757-B09B-F7F42C28F0AC}" destId="{20D6AB02-DE07-415F-B9A2-679427881F44}" srcOrd="2" destOrd="0" presId="urn:microsoft.com/office/officeart/2008/layout/HexagonCluster"/>
    <dgm:cxn modelId="{73264D92-D203-4153-94CA-42DF446957F5}" type="presParOf" srcId="{20D6AB02-DE07-415F-B9A2-679427881F44}" destId="{10C31060-AEB8-4CAC-8872-75AD33A56FB0}" srcOrd="0" destOrd="0" presId="urn:microsoft.com/office/officeart/2008/layout/HexagonCluster"/>
    <dgm:cxn modelId="{95517FD4-9D29-42E6-86C3-FD27F6CAC351}" type="presParOf" srcId="{5859CF7C-702E-4757-B09B-F7F42C28F0AC}" destId="{33F6A8E4-DE37-4A40-B561-B71987D9BD3A}" srcOrd="3" destOrd="0" presId="urn:microsoft.com/office/officeart/2008/layout/HexagonCluster"/>
    <dgm:cxn modelId="{113995DC-6FC9-422F-AF5A-5CE1BE7C8238}" type="presParOf" srcId="{33F6A8E4-DE37-4A40-B561-B71987D9BD3A}" destId="{9209AA7E-3F5B-4A33-A495-18C6A7C01B36}" srcOrd="0" destOrd="0" presId="urn:microsoft.com/office/officeart/2008/layout/HexagonCluster"/>
    <dgm:cxn modelId="{9CFA30F2-01E4-41C6-BBD6-67D30A1AEE4F}" type="presParOf" srcId="{5859CF7C-702E-4757-B09B-F7F42C28F0AC}" destId="{FD16300E-F2C8-4F52-8670-BDC39FA46C83}" srcOrd="4" destOrd="0" presId="urn:microsoft.com/office/officeart/2008/layout/HexagonCluster"/>
    <dgm:cxn modelId="{29FD6657-86B4-4223-B117-47347068F186}" type="presParOf" srcId="{FD16300E-F2C8-4F52-8670-BDC39FA46C83}" destId="{8D753672-9528-44E4-85CD-6F83D1DDBDEF}" srcOrd="0" destOrd="0" presId="urn:microsoft.com/office/officeart/2008/layout/HexagonCluster"/>
    <dgm:cxn modelId="{F46EDEB8-C372-42D7-8799-C44B14EAC21E}" type="presParOf" srcId="{5859CF7C-702E-4757-B09B-F7F42C28F0AC}" destId="{70D4788D-9109-49F1-B517-B0BF99E0B8AA}" srcOrd="5" destOrd="0" presId="urn:microsoft.com/office/officeart/2008/layout/HexagonCluster"/>
    <dgm:cxn modelId="{3C68C4AB-0BB2-45D8-B40E-2918EEB09033}" type="presParOf" srcId="{70D4788D-9109-49F1-B517-B0BF99E0B8AA}" destId="{913332C9-D757-449E-A19B-DCB2399868F8}" srcOrd="0" destOrd="0" presId="urn:microsoft.com/office/officeart/2008/layout/HexagonCluster"/>
    <dgm:cxn modelId="{EEAD0C6A-1D3F-4E2E-99C2-87D408BB82CC}" type="presParOf" srcId="{5859CF7C-702E-4757-B09B-F7F42C28F0AC}" destId="{BCDC0385-64BA-4E19-B8C8-31F2D3594825}" srcOrd="6" destOrd="0" presId="urn:microsoft.com/office/officeart/2008/layout/HexagonCluster"/>
    <dgm:cxn modelId="{84B5B635-B966-4966-A4D8-4C1024DF83C3}" type="presParOf" srcId="{BCDC0385-64BA-4E19-B8C8-31F2D3594825}" destId="{0F1FC6AD-A203-47E0-82FF-918BD9DCCCDD}" srcOrd="0" destOrd="0" presId="urn:microsoft.com/office/officeart/2008/layout/HexagonCluster"/>
    <dgm:cxn modelId="{CF8D6118-62D9-459F-BE66-436DB026979A}" type="presParOf" srcId="{5859CF7C-702E-4757-B09B-F7F42C28F0AC}" destId="{B2E29442-4286-4BF1-99A5-A195AE1CE8BA}" srcOrd="7" destOrd="0" presId="urn:microsoft.com/office/officeart/2008/layout/HexagonCluster"/>
    <dgm:cxn modelId="{A9AE4A62-BC61-4A0C-B77F-3265621EB459}" type="presParOf" srcId="{B2E29442-4286-4BF1-99A5-A195AE1CE8BA}" destId="{A52D3D66-8EA5-44A5-96EF-9BE1C66BFEA2}" srcOrd="0" destOrd="0" presId="urn:microsoft.com/office/officeart/2008/layout/HexagonCluster"/>
    <dgm:cxn modelId="{FB339D2D-C8D4-4385-AB43-97B7DA0207F0}" type="presParOf" srcId="{5859CF7C-702E-4757-B09B-F7F42C28F0AC}" destId="{7EBEC382-DF4F-4482-A651-6D456D57D35F}" srcOrd="8" destOrd="0" presId="urn:microsoft.com/office/officeart/2008/layout/HexagonCluster"/>
    <dgm:cxn modelId="{905286BC-968A-4A63-B137-39A23D33FFA7}" type="presParOf" srcId="{7EBEC382-DF4F-4482-A651-6D456D57D35F}" destId="{15C3ECE6-5C26-4580-B66B-A9A32C32DAB0}" srcOrd="0" destOrd="0" presId="urn:microsoft.com/office/officeart/2008/layout/HexagonCluster"/>
    <dgm:cxn modelId="{BA6286F4-0BFF-4FC0-9C31-F96984047025}" type="presParOf" srcId="{5859CF7C-702E-4757-B09B-F7F42C28F0AC}" destId="{D5D33E15-B0F3-472C-BFCB-242DEE8B6A5C}" srcOrd="9" destOrd="0" presId="urn:microsoft.com/office/officeart/2008/layout/HexagonCluster"/>
    <dgm:cxn modelId="{9027D15A-DF9C-4475-9B3B-08C170DFDEFD}" type="presParOf" srcId="{D5D33E15-B0F3-472C-BFCB-242DEE8B6A5C}" destId="{530F34FC-9025-4CB5-8312-668515940FA8}" srcOrd="0" destOrd="0" presId="urn:microsoft.com/office/officeart/2008/layout/HexagonCluster"/>
    <dgm:cxn modelId="{194F840F-F230-4C2A-83C6-785C20F00B85}" type="presParOf" srcId="{5859CF7C-702E-4757-B09B-F7F42C28F0AC}" destId="{C5E2B2A4-4029-4BEE-8A25-D9EE145452E8}" srcOrd="10" destOrd="0" presId="urn:microsoft.com/office/officeart/2008/layout/HexagonCluster"/>
    <dgm:cxn modelId="{F5AF8F12-769F-4F07-BF80-419092AE4518}" type="presParOf" srcId="{C5E2B2A4-4029-4BEE-8A25-D9EE145452E8}" destId="{D7D4EBB9-CE95-472A-BE6B-6AEF034729F1}" srcOrd="0" destOrd="0" presId="urn:microsoft.com/office/officeart/2008/layout/HexagonCluster"/>
    <dgm:cxn modelId="{99DD6F87-67BD-44BF-B2AD-512E62457475}" type="presParOf" srcId="{5859CF7C-702E-4757-B09B-F7F42C28F0AC}" destId="{48C22D17-5EEB-4504-9100-4408771EAC8B}" srcOrd="11" destOrd="0" presId="urn:microsoft.com/office/officeart/2008/layout/HexagonCluster"/>
    <dgm:cxn modelId="{2B167000-32DE-4540-9F84-1AE0039CAA30}" type="presParOf" srcId="{48C22D17-5EEB-4504-9100-4408771EAC8B}" destId="{B7DB2206-5D7E-417F-AA75-0D4BBE2251FE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52DA4-3863-4898-BF1F-573C7BC992FD}">
      <dsp:nvSpPr>
        <dsp:cNvPr id="0" name=""/>
        <dsp:cNvSpPr/>
      </dsp:nvSpPr>
      <dsp:spPr>
        <a:xfrm>
          <a:off x="1952345" y="3341447"/>
          <a:ext cx="2283968" cy="19691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single environment</a:t>
          </a:r>
          <a:endParaRPr lang="nl-BE" sz="2000" kern="1200" dirty="0"/>
        </a:p>
      </dsp:txBody>
      <dsp:txXfrm>
        <a:off x="2306774" y="3647026"/>
        <a:ext cx="1575110" cy="1358020"/>
      </dsp:txXfrm>
    </dsp:sp>
    <dsp:sp modelId="{A8F9A003-BA13-4D3B-8494-7690322C15E4}">
      <dsp:nvSpPr>
        <dsp:cNvPr id="0" name=""/>
        <dsp:cNvSpPr/>
      </dsp:nvSpPr>
      <dsp:spPr>
        <a:xfrm>
          <a:off x="2011680" y="4210799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rgbClr val="FF7E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31060-AEB8-4CAC-8872-75AD33A56FB0}">
      <dsp:nvSpPr>
        <dsp:cNvPr id="0" name=""/>
        <dsp:cNvSpPr/>
      </dsp:nvSpPr>
      <dsp:spPr>
        <a:xfrm>
          <a:off x="0" y="2283761"/>
          <a:ext cx="2283968" cy="19691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9AA7E-3F5B-4A33-A495-18C6A7C01B36}">
      <dsp:nvSpPr>
        <dsp:cNvPr id="0" name=""/>
        <dsp:cNvSpPr/>
      </dsp:nvSpPr>
      <dsp:spPr>
        <a:xfrm>
          <a:off x="1863000" y="3197681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53672-9528-44E4-85CD-6F83D1DDBDEF}">
      <dsp:nvSpPr>
        <dsp:cNvPr id="0" name=""/>
        <dsp:cNvSpPr/>
      </dsp:nvSpPr>
      <dsp:spPr>
        <a:xfrm>
          <a:off x="3898188" y="2260350"/>
          <a:ext cx="2283968" cy="19691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ETL/ELT once a day</a:t>
          </a:r>
          <a:endParaRPr lang="nl-BE" sz="2000" kern="1200" dirty="0"/>
        </a:p>
      </dsp:txBody>
      <dsp:txXfrm>
        <a:off x="4252617" y="2565929"/>
        <a:ext cx="1575110" cy="1358020"/>
      </dsp:txXfrm>
    </dsp:sp>
    <dsp:sp modelId="{913332C9-D757-449E-A19B-DCB2399868F8}">
      <dsp:nvSpPr>
        <dsp:cNvPr id="0" name=""/>
        <dsp:cNvSpPr/>
      </dsp:nvSpPr>
      <dsp:spPr>
        <a:xfrm>
          <a:off x="5459577" y="3967318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rgbClr val="FF7E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FC6AD-A203-47E0-82FF-918BD9DCCCDD}">
      <dsp:nvSpPr>
        <dsp:cNvPr id="0" name=""/>
        <dsp:cNvSpPr/>
      </dsp:nvSpPr>
      <dsp:spPr>
        <a:xfrm>
          <a:off x="5844032" y="3341447"/>
          <a:ext cx="2283968" cy="19691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D3D66-8EA5-44A5-96EF-9BE1C66BFEA2}">
      <dsp:nvSpPr>
        <dsp:cNvPr id="0" name=""/>
        <dsp:cNvSpPr/>
      </dsp:nvSpPr>
      <dsp:spPr>
        <a:xfrm>
          <a:off x="6440079" y="3793355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3ECE6-5C26-4580-B66B-A9A32C32DAB0}">
      <dsp:nvSpPr>
        <dsp:cNvPr id="0" name=""/>
        <dsp:cNvSpPr/>
      </dsp:nvSpPr>
      <dsp:spPr>
        <a:xfrm>
          <a:off x="1952345" y="1183935"/>
          <a:ext cx="2283968" cy="196917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€100/month</a:t>
          </a:r>
          <a:endParaRPr lang="nl-BE" sz="2000" kern="1200" dirty="0"/>
        </a:p>
      </dsp:txBody>
      <dsp:txXfrm>
        <a:off x="2306774" y="1489514"/>
        <a:ext cx="1575110" cy="1358020"/>
      </dsp:txXfrm>
    </dsp:sp>
    <dsp:sp modelId="{530F34FC-9025-4CB5-8312-668515940FA8}">
      <dsp:nvSpPr>
        <dsp:cNvPr id="0" name=""/>
        <dsp:cNvSpPr/>
      </dsp:nvSpPr>
      <dsp:spPr>
        <a:xfrm>
          <a:off x="3500729" y="1226596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accent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4EBB9-CE95-472A-BE6B-6AEF034729F1}">
      <dsp:nvSpPr>
        <dsp:cNvPr id="0" name=""/>
        <dsp:cNvSpPr/>
      </dsp:nvSpPr>
      <dsp:spPr>
        <a:xfrm>
          <a:off x="3898188" y="108040"/>
          <a:ext cx="2283968" cy="19691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B2206-5D7E-417F-AA75-0D4BBE2251FE}">
      <dsp:nvSpPr>
        <dsp:cNvPr id="0" name=""/>
        <dsp:cNvSpPr/>
      </dsp:nvSpPr>
      <dsp:spPr>
        <a:xfrm>
          <a:off x="4353277" y="127885"/>
          <a:ext cx="267411" cy="230474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BA571-E4C4-46FA-BCB4-F91B90E09927}" type="datetimeFigureOut">
              <a:rPr lang="nl-BE" smtClean="0"/>
              <a:t>18/05/2026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F6258-B281-49EC-9D26-DA5F2F7B420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123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F6258-B281-49EC-9D26-DA5F2F7B4208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B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451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thinks they need this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6874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some companies only need this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9782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08035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 is stored in SQL DB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cloud sources &amp; public Internet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Power BI license cost not included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8031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49235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27410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sorry for the clickbait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56109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67311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6530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9663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6177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97304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forget to add alerting/monitoring + refresh Power BI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6340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132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37286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57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7364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6258-B281-49EC-9D26-DA5F2F7B4208}" type="slidenum">
              <a:rPr lang="nl-BE" smtClean="0"/>
              <a:t>61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781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526E4462-5B2D-43A4-9836-48526B6DE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8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W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3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7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b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C227932-C3A5-4BE2-B468-0B2D2E1D3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3000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C227932-C3A5-4BE2-B468-0B2D2E1D3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>
            <a:extLst>
              <a:ext uri="{FF2B5EF4-FFF2-40B4-BE49-F238E27FC236}">
                <a16:creationId xmlns:a16="http://schemas.microsoft.com/office/drawing/2014/main" id="{1A471AC0-2471-4CD3-A61D-8D184731D0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6153698" y="3658094"/>
            <a:ext cx="1976529" cy="489351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 rot="9139577">
            <a:off x="6832407" y="-3517582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vert="horz" anchor="b">
            <a:normAutofit/>
          </a:bodyPr>
          <a:lstStyle>
            <a:lvl1pPr algn="l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4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E998DF9-8C1D-46A7-883C-8718EA523E1C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7677738" y="394174"/>
            <a:ext cx="6143153" cy="6143152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F6A98CC-F557-4D9B-A099-463552032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030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-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562AE43F-CF1E-4884-9C1C-903846FB5E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92F278-3E36-4026-AE77-45C36C3D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682123"/>
            <a:ext cx="4981074" cy="1985210"/>
          </a:xfrm>
        </p:spPr>
        <p:txBody>
          <a:bodyPr anchor="b"/>
          <a:lstStyle>
            <a:lvl1pPr>
              <a:defRPr b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328067BC-D300-403B-8A41-F91504D058B6}"/>
              </a:ext>
            </a:extLst>
          </p:cNvPr>
          <p:cNvSpPr/>
          <p:nvPr/>
        </p:nvSpPr>
        <p:spPr>
          <a:xfrm>
            <a:off x="3969613" y="4014873"/>
            <a:ext cx="2126387" cy="2843128"/>
          </a:xfrm>
          <a:custGeom>
            <a:avLst/>
            <a:gdLst>
              <a:gd name="connsiteX0" fmla="*/ 2126387 w 2126387"/>
              <a:gd name="connsiteY0" fmla="*/ 0 h 2843128"/>
              <a:gd name="connsiteX1" fmla="*/ 2126387 w 2126387"/>
              <a:gd name="connsiteY1" fmla="*/ 1332544 h 2843128"/>
              <a:gd name="connsiteX2" fmla="*/ 2011075 w 2126387"/>
              <a:gd name="connsiteY2" fmla="*/ 1388096 h 2843128"/>
              <a:gd name="connsiteX3" fmla="*/ 1276519 w 2126387"/>
              <a:gd name="connsiteY3" fmla="*/ 2621962 h 2843128"/>
              <a:gd name="connsiteX4" fmla="*/ 1283764 w 2126387"/>
              <a:gd name="connsiteY4" fmla="*/ 2765426 h 2843128"/>
              <a:gd name="connsiteX5" fmla="*/ 1295625 w 2126387"/>
              <a:gd name="connsiteY5" fmla="*/ 2843128 h 2843128"/>
              <a:gd name="connsiteX6" fmla="*/ 11167 w 2126387"/>
              <a:gd name="connsiteY6" fmla="*/ 2843128 h 2843128"/>
              <a:gd name="connsiteX7" fmla="*/ 0 w 2126387"/>
              <a:gd name="connsiteY7" fmla="*/ 2621962 h 2843128"/>
              <a:gd name="connsiteX8" fmla="*/ 1882897 w 2126387"/>
              <a:gd name="connsiteY8" fmla="*/ 62605 h 2843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6387" h="2843128">
                <a:moveTo>
                  <a:pt x="2126387" y="0"/>
                </a:moveTo>
                <a:lnTo>
                  <a:pt x="2126387" y="1332544"/>
                </a:lnTo>
                <a:lnTo>
                  <a:pt x="2011075" y="1388096"/>
                </a:lnTo>
                <a:cubicBezTo>
                  <a:pt x="1573635" y="1625731"/>
                  <a:pt x="1276519" y="2089192"/>
                  <a:pt x="1276519" y="2621962"/>
                </a:cubicBezTo>
                <a:cubicBezTo>
                  <a:pt x="1276519" y="2670396"/>
                  <a:pt x="1278973" y="2718256"/>
                  <a:pt x="1283764" y="2765426"/>
                </a:cubicBezTo>
                <a:lnTo>
                  <a:pt x="1295625" y="2843128"/>
                </a:lnTo>
                <a:lnTo>
                  <a:pt x="11167" y="2843128"/>
                </a:lnTo>
                <a:lnTo>
                  <a:pt x="0" y="2621962"/>
                </a:lnTo>
                <a:cubicBezTo>
                  <a:pt x="0" y="1419416"/>
                  <a:pt x="791990" y="401898"/>
                  <a:pt x="1882897" y="6260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E58A4E09-B771-4D46-9BFC-C0926E6A9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484" y="2919997"/>
            <a:ext cx="4981074" cy="9384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408E3B1-DF3F-4224-80FC-BF290DFE83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13" y="3954713"/>
            <a:ext cx="3232800" cy="29016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  <a:lvl2pPr marL="457200" indent="0">
              <a:buNone/>
              <a:defRPr sz="100">
                <a:noFill/>
              </a:defRPr>
            </a:lvl2pPr>
            <a:lvl3pPr marL="914400" indent="0">
              <a:buNone/>
              <a:defRPr sz="100">
                <a:noFill/>
              </a:defRPr>
            </a:lvl3pPr>
            <a:lvl4pPr marL="1371600" indent="0">
              <a:buNone/>
              <a:defRPr sz="100">
                <a:noFill/>
              </a:defRPr>
            </a:lvl4pPr>
            <a:lvl5pPr marL="1828800" indent="0"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0" name="Rechthoek 99">
            <a:extLst>
              <a:ext uri="{FF2B5EF4-FFF2-40B4-BE49-F238E27FC236}">
                <a16:creationId xmlns:a16="http://schemas.microsoft.com/office/drawing/2014/main" id="{026C2B54-10DE-4DB0-9FBB-B49FD34D1488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1" name="Rechte verbindingslijn 100">
            <a:extLst>
              <a:ext uri="{FF2B5EF4-FFF2-40B4-BE49-F238E27FC236}">
                <a16:creationId xmlns:a16="http://schemas.microsoft.com/office/drawing/2014/main" id="{015A26D9-25E2-4D7C-9B21-59F4681390D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02" name="Tekstvak 101">
            <a:extLst>
              <a:ext uri="{FF2B5EF4-FFF2-40B4-BE49-F238E27FC236}">
                <a16:creationId xmlns:a16="http://schemas.microsoft.com/office/drawing/2014/main" id="{D0B8D6E5-78FC-4E79-8093-E330489A6E1B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03" name="Groep 102">
            <a:extLst>
              <a:ext uri="{FF2B5EF4-FFF2-40B4-BE49-F238E27FC236}">
                <a16:creationId xmlns:a16="http://schemas.microsoft.com/office/drawing/2014/main" id="{A7E55E96-C2D0-48B3-A6E7-C03FCA5AF4B0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4F1352B4-D000-4E98-BF96-1EBDD289BB0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5" name="Gelijkbenige driehoek 128">
              <a:extLst>
                <a:ext uri="{FF2B5EF4-FFF2-40B4-BE49-F238E27FC236}">
                  <a16:creationId xmlns:a16="http://schemas.microsoft.com/office/drawing/2014/main" id="{DE777BB2-0974-471B-A7BF-EBF9E4AA8F7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1FB47A5C-DC31-4E8C-99EE-57CCE70E44B2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AA5B7EC1-9BBA-4F1F-86C5-FF716A5D7C8C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08" name="Rechte verbindingslijn 107">
              <a:extLst>
                <a:ext uri="{FF2B5EF4-FFF2-40B4-BE49-F238E27FC236}">
                  <a16:creationId xmlns:a16="http://schemas.microsoft.com/office/drawing/2014/main" id="{381A1ACB-428F-4517-AF67-2FDD35C8C4E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9" name="Tekstvak 108">
            <a:extLst>
              <a:ext uri="{FF2B5EF4-FFF2-40B4-BE49-F238E27FC236}">
                <a16:creationId xmlns:a16="http://schemas.microsoft.com/office/drawing/2014/main" id="{C7AB16CC-3B2F-4637-9874-3738DEA59727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10" name="Tekstvak 109">
            <a:extLst>
              <a:ext uri="{FF2B5EF4-FFF2-40B4-BE49-F238E27FC236}">
                <a16:creationId xmlns:a16="http://schemas.microsoft.com/office/drawing/2014/main" id="{BD4EE27E-331E-452E-A625-11BC2EA3CAF4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11" name="Groep 110">
            <a:extLst>
              <a:ext uri="{FF2B5EF4-FFF2-40B4-BE49-F238E27FC236}">
                <a16:creationId xmlns:a16="http://schemas.microsoft.com/office/drawing/2014/main" id="{87AF777E-3EB7-49B1-9384-9DEB3DF60208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B2E8D27-EA47-46F9-933D-A7B19C6A5EAB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A927F2CD-64F8-43BC-863E-46A1C22AE73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3FFB8635-05FC-4BA5-A140-CA615757EF49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3" name="Rechthoek 122">
                <a:extLst>
                  <a:ext uri="{FF2B5EF4-FFF2-40B4-BE49-F238E27FC236}">
                    <a16:creationId xmlns:a16="http://schemas.microsoft.com/office/drawing/2014/main" id="{26C55860-800E-4133-8C74-89A7E7F7D544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4" name="Rechthoek 123">
                <a:extLst>
                  <a:ext uri="{FF2B5EF4-FFF2-40B4-BE49-F238E27FC236}">
                    <a16:creationId xmlns:a16="http://schemas.microsoft.com/office/drawing/2014/main" id="{8690FCBC-D37D-434C-A27C-0C8F592659D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428F1B09-7BC0-4739-8FD9-FA95461B89A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D2270932-42A6-465E-9CF2-AE4DC7B23285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7" name="Rechthoek 126">
                <a:extLst>
                  <a:ext uri="{FF2B5EF4-FFF2-40B4-BE49-F238E27FC236}">
                    <a16:creationId xmlns:a16="http://schemas.microsoft.com/office/drawing/2014/main" id="{CE20B0D9-B48B-422A-847D-AF23BF6FBAA7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8" name="Rechthoek 127">
                <a:extLst>
                  <a:ext uri="{FF2B5EF4-FFF2-40B4-BE49-F238E27FC236}">
                    <a16:creationId xmlns:a16="http://schemas.microsoft.com/office/drawing/2014/main" id="{8844DFE3-70CB-4F98-A827-86EE344DF3A7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114" name="Groep 113">
              <a:extLst>
                <a:ext uri="{FF2B5EF4-FFF2-40B4-BE49-F238E27FC236}">
                  <a16:creationId xmlns:a16="http://schemas.microsoft.com/office/drawing/2014/main" id="{6D2B3335-C2CB-4488-B19F-2AFDC1E5880C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93568914-1038-4BFB-9CBC-0A778B3FD4A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373A2D67-4500-4785-B9FF-09FA6B86DE2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B2577D0E-FC38-40FC-964B-1AD3C18AEA1A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BB8D67FD-FAEF-4AA5-BB60-0F48191B8E9C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4EEF202-722D-44E6-8F87-5F4CB453959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F82FC034-4D76-4D3D-A698-8671132292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A0E5BD98-74D7-45F2-91E6-FA905B48179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129" name="Tekstvak 128">
            <a:extLst>
              <a:ext uri="{FF2B5EF4-FFF2-40B4-BE49-F238E27FC236}">
                <a16:creationId xmlns:a16="http://schemas.microsoft.com/office/drawing/2014/main" id="{94165FBE-E5F2-4D0E-A456-ACE5117FB78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405788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>
            <a:extLst>
              <a:ext uri="{FF2B5EF4-FFF2-40B4-BE49-F238E27FC236}">
                <a16:creationId xmlns:a16="http://schemas.microsoft.com/office/drawing/2014/main" id="{0EB0BEF7-7A51-4AF5-B44C-BA4BE5376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D524C7BA-8F5A-42D6-96D4-837ADC8E1027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6F331268-3885-4EC4-8FE6-B9E4A0B87F6E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92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87814AB9-41F7-40BF-8647-FDB9040C17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0B0AF78A-CFDF-45EA-91E2-CE2CAF4531E8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72DCC81-64A9-400B-ACBA-F381B6B9AC7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99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hoek 23">
            <a:extLst>
              <a:ext uri="{FF2B5EF4-FFF2-40B4-BE49-F238E27FC236}">
                <a16:creationId xmlns:a16="http://schemas.microsoft.com/office/drawing/2014/main" id="{292D42E4-7FA5-4464-8B14-81245AAFCA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42FEBCD2-1C7B-4302-9EC8-66F95A9E7A6C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1C47139E-D7F4-471E-8A2B-4D1A15BF93B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22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C7FC2D5-D9E3-473F-A8C6-B31EEF67DF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1260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C7FC2D5-D9E3-473F-A8C6-B31EEF67D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5F707CC9-8CF8-44D2-93B4-181A7099C479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DC59A54C-02E1-4A74-82E4-B0708FDBC11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75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D97D345-4962-4F7E-A5F5-274B1BF3AA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590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D97D345-4962-4F7E-A5F5-274B1BF3AA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6CD5684-C2E6-4D89-B49C-8683F82B7AAC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148FA715-82B0-43C1-8939-9D262E2BB787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81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F292C25-C9F4-4555-BCBE-9E956597F4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8640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F292C25-C9F4-4555-BCBE-9E956597F4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CE4302FF-B4C8-4D37-B296-F48B7B0A1E48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88F13C7-8F91-4C5C-A916-DE8BEA02EB81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83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4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7E482F4-6C4E-4672-B9BE-FCF484C0A4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45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7E482F4-6C4E-4672-B9BE-FCF484C0A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4A94802-ABCB-4693-B6BB-6BA1B3823344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FF8BBAB-9E59-42B5-8223-87DDFA334CD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53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5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599A0EF-4D88-4718-B39E-D6F618274A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477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599A0EF-4D88-4718-B39E-D6F618274A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B811AA18-1656-43EE-BA32-2FB90475C8B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F9D31045-6744-4BD0-AFA1-B78E79FAAA15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67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6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794E4B2-A3DD-429A-9CE5-91DE4FAFD0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2696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794E4B2-A3DD-429A-9CE5-91DE4FAFD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5CA179D3-E01C-43D9-B806-74C5BB2554A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1EEB5305-9005-42E8-B481-2C021299C7E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83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3500309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C8BC8CF9-FA7C-4544-A54D-F44E02832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559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384BECF5-53E0-4E37-A2FD-4FADC16ED0E7}"/>
              </a:ext>
            </a:extLst>
          </p:cNvPr>
          <p:cNvGrpSpPr/>
          <p:nvPr/>
        </p:nvGrpSpPr>
        <p:grpSpPr>
          <a:xfrm>
            <a:off x="1094575" y="1023520"/>
            <a:ext cx="531586" cy="773087"/>
            <a:chOff x="2454442" y="-2952785"/>
            <a:chExt cx="1732547" cy="2519648"/>
          </a:xfrm>
        </p:grpSpPr>
        <p:sp>
          <p:nvSpPr>
            <p:cNvPr id="4" name="Ovaal 3">
              <a:extLst>
                <a:ext uri="{FF2B5EF4-FFF2-40B4-BE49-F238E27FC236}">
                  <a16:creationId xmlns:a16="http://schemas.microsoft.com/office/drawing/2014/main" id="{1FD1A683-AC9F-4D9B-911F-D563439442EA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E219F1-4B1E-4B96-B178-3A95476D3A3F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60CFD971-2A05-45CC-A0AB-0444E44BF3B9}"/>
              </a:ext>
            </a:extLst>
          </p:cNvPr>
          <p:cNvGrpSpPr/>
          <p:nvPr/>
        </p:nvGrpSpPr>
        <p:grpSpPr>
          <a:xfrm>
            <a:off x="1690733" y="1023520"/>
            <a:ext cx="531586" cy="773087"/>
            <a:chOff x="2454442" y="-2952785"/>
            <a:chExt cx="1732547" cy="2519648"/>
          </a:xfrm>
        </p:grpSpPr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69F4864-4BF5-4942-979C-BB35A3A6E6CE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D62331D1-0A42-401C-9504-E8CAD678C004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19" name="Groep 18">
            <a:extLst>
              <a:ext uri="{FF2B5EF4-FFF2-40B4-BE49-F238E27FC236}">
                <a16:creationId xmlns:a16="http://schemas.microsoft.com/office/drawing/2014/main" id="{16FDBB5D-B5ED-426A-9A8F-1B88526E57AF}"/>
              </a:ext>
            </a:extLst>
          </p:cNvPr>
          <p:cNvGrpSpPr/>
          <p:nvPr/>
        </p:nvGrpSpPr>
        <p:grpSpPr>
          <a:xfrm rot="10800000">
            <a:off x="9969681" y="5101560"/>
            <a:ext cx="531586" cy="773087"/>
            <a:chOff x="2454442" y="-2952785"/>
            <a:chExt cx="1732547" cy="2519648"/>
          </a:xfrm>
        </p:grpSpPr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835B65F9-201C-4194-8AD5-08E04775D194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58631D9-427E-4740-8713-DB7F718CE615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22" name="Groep 21">
            <a:extLst>
              <a:ext uri="{FF2B5EF4-FFF2-40B4-BE49-F238E27FC236}">
                <a16:creationId xmlns:a16="http://schemas.microsoft.com/office/drawing/2014/main" id="{3B7D35E9-F615-4E7F-BEAF-23F733506A1A}"/>
              </a:ext>
            </a:extLst>
          </p:cNvPr>
          <p:cNvGrpSpPr/>
          <p:nvPr/>
        </p:nvGrpSpPr>
        <p:grpSpPr>
          <a:xfrm rot="10800000">
            <a:off x="10565839" y="5101560"/>
            <a:ext cx="531586" cy="773087"/>
            <a:chOff x="2454442" y="-2952785"/>
            <a:chExt cx="1732547" cy="2519648"/>
          </a:xfrm>
        </p:grpSpPr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C504B5E6-19FB-4DC9-9A16-DB90184C8556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6B985C3-453D-47A3-AA54-361E2653BCAE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866556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4" name="Tijdelijke aanduiding voor voettekst 33">
            <a:extLst>
              <a:ext uri="{FF2B5EF4-FFF2-40B4-BE49-F238E27FC236}">
                <a16:creationId xmlns:a16="http://schemas.microsoft.com/office/drawing/2014/main" id="{5DDF9C03-4951-4166-A8F6-3E70A70AF3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</a:p>
        </p:txBody>
      </p:sp>
      <p:sp>
        <p:nvSpPr>
          <p:cNvPr id="35" name="Tijdelijke aanduiding voor dianummer 34">
            <a:extLst>
              <a:ext uri="{FF2B5EF4-FFF2-40B4-BE49-F238E27FC236}">
                <a16:creationId xmlns:a16="http://schemas.microsoft.com/office/drawing/2014/main" id="{77DDBD2A-AEC8-484D-BEA1-859A95B283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7318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25D3B4E-A54E-457D-8993-34E4AD67B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2463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225AFBF-F52A-49C8-B0CD-DF61A26CB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005" y="1473072"/>
            <a:ext cx="9901989" cy="50887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16720" y="1676350"/>
            <a:ext cx="7953712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93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7F96CD-2764-450F-AA30-67B24BB8745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673"/>
          <a:stretch/>
        </p:blipFill>
        <p:spPr>
          <a:xfrm>
            <a:off x="0" y="1489416"/>
            <a:ext cx="6420704" cy="5087798"/>
          </a:xfrm>
          <a:prstGeom prst="rect">
            <a:avLst/>
          </a:prstGeom>
        </p:spPr>
      </p:pic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689325"/>
            <a:ext cx="5418636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C975905F-291D-41F4-9D20-E9836EEE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57011"/>
            <a:ext cx="5257800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921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97A6CC3C-00A7-481A-8B6F-8235AD2C90F4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53F8D9-64D3-450A-AC91-52966B910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737284" y="588008"/>
            <a:ext cx="4717431" cy="6858000"/>
          </a:xfrm>
          <a:prstGeom prst="rect">
            <a:avLst/>
          </a:prstGeom>
        </p:spPr>
      </p:pic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3B70AD41-2802-48D5-9D0D-573AD63EBD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21073" y="1852863"/>
            <a:ext cx="6551528" cy="4331553"/>
          </a:xfrm>
          <a:prstGeom prst="roundRect">
            <a:avLst>
              <a:gd name="adj" fmla="val 8612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32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9B3BEF7-3220-4C7E-A8E8-F0E0AEDAEC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569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702665-F588-4708-9642-2BE1BD30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8C7D42-B46F-43A2-B25F-3194F237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83785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6B1E8691-7399-49D0-9AE6-FB4346EE2A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80646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EBC2D348-238B-4490-BD89-4C2A5A6B59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 rot="5400000">
            <a:off x="638281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87626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7" name="Tijdelijke aanduiding voor tekst 3">
            <a:extLst>
              <a:ext uri="{FF2B5EF4-FFF2-40B4-BE49-F238E27FC236}">
                <a16:creationId xmlns:a16="http://schemas.microsoft.com/office/drawing/2014/main" id="{1DF1C92D-FD08-4482-8F41-EA3FC5158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200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48" name="Tijdelijke aanduiding voor afbeelding 14">
            <a:extLst>
              <a:ext uri="{FF2B5EF4-FFF2-40B4-BE49-F238E27FC236}">
                <a16:creationId xmlns:a16="http://schemas.microsoft.com/office/drawing/2014/main" id="{C17446A0-1544-44A5-8E99-2C973E21CD0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084802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9" name="Tijdelijke aanduiding voor tekst 3">
            <a:extLst>
              <a:ext uri="{FF2B5EF4-FFF2-40B4-BE49-F238E27FC236}">
                <a16:creationId xmlns:a16="http://schemas.microsoft.com/office/drawing/2014/main" id="{FC38250E-3176-4A8F-B2CE-EF88457E0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02613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0" name="Tijdelijke aanduiding voor afbeelding 14">
            <a:extLst>
              <a:ext uri="{FF2B5EF4-FFF2-40B4-BE49-F238E27FC236}">
                <a16:creationId xmlns:a16="http://schemas.microsoft.com/office/drawing/2014/main" id="{6435E2B5-9F52-480C-BE4F-71B56CE519B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649215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1" name="Tijdelijke aanduiding voor tekst 3">
            <a:extLst>
              <a:ext uri="{FF2B5EF4-FFF2-40B4-BE49-F238E27FC236}">
                <a16:creationId xmlns:a16="http://schemas.microsoft.com/office/drawing/2014/main" id="{A76D1AFA-BF19-4037-A5E5-B65C31B7AC5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67026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2" name="Tijdelijke aanduiding voor afbeelding 14">
            <a:extLst>
              <a:ext uri="{FF2B5EF4-FFF2-40B4-BE49-F238E27FC236}">
                <a16:creationId xmlns:a16="http://schemas.microsoft.com/office/drawing/2014/main" id="{53CC7C3C-032E-43BD-BB3C-D74EE27377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213628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800F98BF-369C-4277-8D9A-303DBB03CB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048329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ijdelijke aanduiding voor tekst 6">
            <a:extLst>
              <a:ext uri="{FF2B5EF4-FFF2-40B4-BE49-F238E27FC236}">
                <a16:creationId xmlns:a16="http://schemas.microsoft.com/office/drawing/2014/main" id="{6BCDBB89-288D-4C7B-A937-F4AFF9D21F3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rot="5400000">
            <a:off x="5597444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ijdelijke aanduiding voor tekst 6">
            <a:extLst>
              <a:ext uri="{FF2B5EF4-FFF2-40B4-BE49-F238E27FC236}">
                <a16:creationId xmlns:a16="http://schemas.microsoft.com/office/drawing/2014/main" id="{60BE33B4-DA0A-48B0-A7F8-49064C4383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38200" y="3715100"/>
            <a:ext cx="10548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3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750"/>
                            </p:stCondLst>
                            <p:childTnLst>
                              <p:par>
                                <p:cTn id="7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1" animBg="1"/>
      <p:bldP spid="16" grpId="0"/>
      <p:bldP spid="1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/>
      <p:bldP spid="18" grpId="0"/>
      <p:bldP spid="1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1" animBg="1"/>
      <p:bldP spid="20" grpId="0"/>
      <p:bldP spid="4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1" animBg="1"/>
      <p:bldP spid="48" grpId="0"/>
      <p:bldP spid="4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1" animBg="1"/>
      <p:bldP spid="50" grpId="0"/>
      <p:bldP spid="51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1" animBg="1"/>
      <p:bldP spid="52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3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0239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9613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68988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9" name="Tijdelijke aanduiding voor SmartArt 8">
            <a:extLst>
              <a:ext uri="{FF2B5EF4-FFF2-40B4-BE49-F238E27FC236}">
                <a16:creationId xmlns:a16="http://schemas.microsoft.com/office/drawing/2014/main" id="{7EA68BE6-457C-44F1-BBED-89A509124CD4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90588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20231F53-AF66-41C3-ABB3-C7460725331E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4779613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3C023902-C8F0-4389-87F8-8863FE2847C9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8668639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FF061F-973B-46E1-9F05-CF9B8C95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EF46BFE-CDE3-4642-BA02-79206528889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88A1D2B-F104-45FD-AA41-6BCC37C2B0C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C99B72F-0E3D-4DC7-AB27-B4A6D5F7EE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02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2FDC2CED-B505-4674-B170-D2D189C039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9613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381B417B-E310-4277-947B-72D4B36230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6686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4761450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4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23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461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3699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14" name="Tijdelijke aanduiding voor tekst 5">
            <a:extLst>
              <a:ext uri="{FF2B5EF4-FFF2-40B4-BE49-F238E27FC236}">
                <a16:creationId xmlns:a16="http://schemas.microsoft.com/office/drawing/2014/main" id="{441213FE-5658-4442-A2B2-CC99883698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9936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4 toe te voegen</a:t>
            </a:r>
            <a:endParaRPr lang="en-BE" dirty="0"/>
          </a:p>
        </p:txBody>
      </p:sp>
      <p:sp>
        <p:nvSpPr>
          <p:cNvPr id="25" name="Tijdelijke aanduiding voor SmartArt 8">
            <a:extLst>
              <a:ext uri="{FF2B5EF4-FFF2-40B4-BE49-F238E27FC236}">
                <a16:creationId xmlns:a16="http://schemas.microsoft.com/office/drawing/2014/main" id="{77A7708E-4C93-416F-B577-F344F26B89FE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1223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90301D7C-51EF-4D1C-B3D1-362270B1ADEB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3397461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7B0608B4-8F8C-46DB-BC9C-8A2835A6941F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6313697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8" name="Tijdelijke aanduiding voor SmartArt 8">
            <a:extLst>
              <a:ext uri="{FF2B5EF4-FFF2-40B4-BE49-F238E27FC236}">
                <a16:creationId xmlns:a16="http://schemas.microsoft.com/office/drawing/2014/main" id="{FF6B0AA1-8DA3-4E64-83FE-C8BB46931189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229935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4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5DF763-B9D1-4272-995B-47A53DE5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23F9B26-12F3-4A17-9E26-E105CEB657D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A149E6-758D-4404-8B20-0C8C2C32DA8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58820E1A-3786-4CAD-B96A-1BC760EF6E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1223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7BE5CD57-BE93-483F-B226-F026848287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97461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jdelijke aanduiding voor tekst 6">
            <a:extLst>
              <a:ext uri="{FF2B5EF4-FFF2-40B4-BE49-F238E27FC236}">
                <a16:creationId xmlns:a16="http://schemas.microsoft.com/office/drawing/2014/main" id="{3E82F6D0-80D6-4BC6-B583-C40D971A2BC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697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jdelijke aanduiding voor tekst 6">
            <a:extLst>
              <a:ext uri="{FF2B5EF4-FFF2-40B4-BE49-F238E27FC236}">
                <a16:creationId xmlns:a16="http://schemas.microsoft.com/office/drawing/2014/main" id="{458AAC12-4F15-4C93-B6B0-8713A40D12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28036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8775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/>
      <p:bldP spid="26" grpId="0"/>
      <p:bldP spid="27" grpId="0"/>
      <p:bldP spid="28" grpId="0"/>
    </p:bldLst>
  </p:timing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564B005D-026A-4009-A1C9-F060099E946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880886" y="620268"/>
            <a:ext cx="5311115" cy="6237732"/>
          </a:xfrm>
          <a:custGeom>
            <a:avLst/>
            <a:gdLst>
              <a:gd name="connsiteX0" fmla="*/ 3479059 w 5311115"/>
              <a:gd name="connsiteY0" fmla="*/ 1657322 h 6237732"/>
              <a:gd name="connsiteX1" fmla="*/ 1657222 w 5311115"/>
              <a:gd name="connsiteY1" fmla="*/ 3479060 h 6237732"/>
              <a:gd name="connsiteX2" fmla="*/ 3479059 w 5311115"/>
              <a:gd name="connsiteY2" fmla="*/ 5300698 h 6237732"/>
              <a:gd name="connsiteX3" fmla="*/ 3479059 w 5311115"/>
              <a:gd name="connsiteY3" fmla="*/ 5300797 h 6237732"/>
              <a:gd name="connsiteX4" fmla="*/ 5300997 w 5311115"/>
              <a:gd name="connsiteY4" fmla="*/ 3479160 h 6237732"/>
              <a:gd name="connsiteX5" fmla="*/ 3479059 w 5311115"/>
              <a:gd name="connsiteY5" fmla="*/ 1657322 h 6237732"/>
              <a:gd name="connsiteX6" fmla="*/ 3479059 w 5311115"/>
              <a:gd name="connsiteY6" fmla="*/ 0 h 6237732"/>
              <a:gd name="connsiteX7" fmla="*/ 5137377 w 5311115"/>
              <a:gd name="connsiteY7" fmla="*/ 419837 h 6237732"/>
              <a:gd name="connsiteX8" fmla="*/ 5311115 w 5311115"/>
              <a:gd name="connsiteY8" fmla="*/ 525376 h 6237732"/>
              <a:gd name="connsiteX9" fmla="*/ 5311115 w 5311115"/>
              <a:gd name="connsiteY9" fmla="*/ 6237732 h 6237732"/>
              <a:gd name="connsiteX10" fmla="*/ 1365066 w 5311115"/>
              <a:gd name="connsiteY10" fmla="*/ 6237732 h 6237732"/>
              <a:gd name="connsiteX11" fmla="*/ 1265958 w 5311115"/>
              <a:gd name="connsiteY11" fmla="*/ 6163623 h 6237732"/>
              <a:gd name="connsiteX12" fmla="*/ 0 w 5311115"/>
              <a:gd name="connsiteY12" fmla="*/ 3479060 h 6237732"/>
              <a:gd name="connsiteX13" fmla="*/ 3479059 w 5311115"/>
              <a:gd name="connsiteY13" fmla="*/ 0 h 62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11115" h="6237732">
                <a:moveTo>
                  <a:pt x="3479059" y="1657322"/>
                </a:moveTo>
                <a:cubicBezTo>
                  <a:pt x="2473306" y="1657322"/>
                  <a:pt x="1657222" y="2473006"/>
                  <a:pt x="1657222" y="3479060"/>
                </a:cubicBezTo>
                <a:cubicBezTo>
                  <a:pt x="1657222" y="4485113"/>
                  <a:pt x="2472907" y="5300698"/>
                  <a:pt x="3479059" y="5300698"/>
                </a:cubicBezTo>
                <a:lnTo>
                  <a:pt x="3479059" y="5300797"/>
                </a:lnTo>
                <a:cubicBezTo>
                  <a:pt x="4484813" y="5300797"/>
                  <a:pt x="5300997" y="4485313"/>
                  <a:pt x="5300997" y="3479160"/>
                </a:cubicBezTo>
                <a:cubicBezTo>
                  <a:pt x="5300997" y="2473006"/>
                  <a:pt x="4484813" y="1657322"/>
                  <a:pt x="3479059" y="1657322"/>
                </a:cubicBezTo>
                <a:close/>
                <a:moveTo>
                  <a:pt x="3479059" y="0"/>
                </a:moveTo>
                <a:cubicBezTo>
                  <a:pt x="4079517" y="0"/>
                  <a:pt x="4644430" y="152080"/>
                  <a:pt x="5137377" y="419837"/>
                </a:cubicBezTo>
                <a:lnTo>
                  <a:pt x="5311115" y="525376"/>
                </a:lnTo>
                <a:lnTo>
                  <a:pt x="5311115" y="6237732"/>
                </a:lnTo>
                <a:lnTo>
                  <a:pt x="1365066" y="6237732"/>
                </a:lnTo>
                <a:lnTo>
                  <a:pt x="1265958" y="6163623"/>
                </a:lnTo>
                <a:cubicBezTo>
                  <a:pt x="492770" y="5525546"/>
                  <a:pt x="0" y="4559884"/>
                  <a:pt x="0" y="3479060"/>
                </a:cubicBezTo>
                <a:cubicBezTo>
                  <a:pt x="0" y="1557596"/>
                  <a:pt x="1557495" y="0"/>
                  <a:pt x="347905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GB" dirty="0"/>
              <a:t>Template made by </a:t>
            </a:r>
            <a:r>
              <a:rPr lang="en-GB" dirty="0" err="1"/>
              <a:t>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7" name="Tijdelijke aanduiding voor inhoud 2">
            <a:extLst>
              <a:ext uri="{FF2B5EF4-FFF2-40B4-BE49-F238E27FC236}">
                <a16:creationId xmlns:a16="http://schemas.microsoft.com/office/drawing/2014/main" id="{A289276E-6A72-4766-8D3D-3BC956E89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558929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92375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0F41E96E-9C38-4D23-B21C-C859623D0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502" y="0"/>
            <a:ext cx="6737498" cy="6858000"/>
          </a:xfrm>
          <a:custGeom>
            <a:avLst/>
            <a:gdLst>
              <a:gd name="connsiteX0" fmla="*/ 3974805 w 6737498"/>
              <a:gd name="connsiteY0" fmla="*/ 0 h 6858000"/>
              <a:gd name="connsiteX1" fmla="*/ 6503150 w 6737498"/>
              <a:gd name="connsiteY1" fmla="*/ 907326 h 6858000"/>
              <a:gd name="connsiteX2" fmla="*/ 6737498 w 6737498"/>
              <a:gd name="connsiteY2" fmla="*/ 1120239 h 6858000"/>
              <a:gd name="connsiteX3" fmla="*/ 6737498 w 6737498"/>
              <a:gd name="connsiteY3" fmla="*/ 6826511 h 6858000"/>
              <a:gd name="connsiteX4" fmla="*/ 6702839 w 6737498"/>
              <a:gd name="connsiteY4" fmla="*/ 6858000 h 6858000"/>
              <a:gd name="connsiteX5" fmla="*/ 1246772 w 6737498"/>
              <a:gd name="connsiteY5" fmla="*/ 6858000 h 6858000"/>
              <a:gd name="connsiteX6" fmla="*/ 1164194 w 6737498"/>
              <a:gd name="connsiteY6" fmla="*/ 6782976 h 6858000"/>
              <a:gd name="connsiteX7" fmla="*/ 0 w 6737498"/>
              <a:gd name="connsiteY7" fmla="*/ 3973375 h 6858000"/>
              <a:gd name="connsiteX8" fmla="*/ 3974805 w 6737498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37498" h="6858000">
                <a:moveTo>
                  <a:pt x="3974805" y="0"/>
                </a:moveTo>
                <a:cubicBezTo>
                  <a:pt x="4935216" y="0"/>
                  <a:pt x="5816069" y="340501"/>
                  <a:pt x="6503150" y="907326"/>
                </a:cubicBezTo>
                <a:lnTo>
                  <a:pt x="6737498" y="1120239"/>
                </a:lnTo>
                <a:lnTo>
                  <a:pt x="6737498" y="6826511"/>
                </a:lnTo>
                <a:lnTo>
                  <a:pt x="6702839" y="6858000"/>
                </a:lnTo>
                <a:lnTo>
                  <a:pt x="1246772" y="6858000"/>
                </a:lnTo>
                <a:lnTo>
                  <a:pt x="1164194" y="6782976"/>
                </a:lnTo>
                <a:cubicBezTo>
                  <a:pt x="444896" y="6063936"/>
                  <a:pt x="0" y="5070592"/>
                  <a:pt x="0" y="3973375"/>
                </a:cubicBezTo>
                <a:cubicBezTo>
                  <a:pt x="0" y="1778941"/>
                  <a:pt x="1779581" y="0"/>
                  <a:pt x="397480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E71A256E-2C27-4C14-9B49-1AA51FCF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57011"/>
            <a:ext cx="4477377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5C2C65A-2658-4560-A6BE-86CB6EDD6AFB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F62A4FBC-8872-485A-A7BD-85401237E3D4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7AA57C24-9FB9-467D-AF59-4E9D256E6FA2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71F4A9A2-703C-4C76-9C73-18B866404F1E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46EFB43F-30C6-44C2-9898-82EB22841CA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" name="Gelijkbenige driehoek 128">
              <a:extLst>
                <a:ext uri="{FF2B5EF4-FFF2-40B4-BE49-F238E27FC236}">
                  <a16:creationId xmlns:a16="http://schemas.microsoft.com/office/drawing/2014/main" id="{415C6E54-6AF1-4BF2-9BA8-26E0725050F7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CE79456-4827-427E-9158-03DAD897BED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E7C3B5D-2B57-4C75-B2E9-2B87C4AABC36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AB937567-3D0A-4DF2-A7D2-29E70B21EB16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0E4A9D28-47D5-4922-ABA9-D10A4926236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165B6BD-DD72-48BF-BE51-39C303B2B996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B00BC30B-C7D5-4C82-AD3A-F1B2CFE7B59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6C27C000-5449-4AD2-8563-3CD67B4FC766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5EAD29E0-D525-4D9F-8587-1517F9A8990D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84511C47-EDB9-4724-96C6-A32B1B8CD9F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FE8A6093-9236-4BBF-8701-52BD2D2FC632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ABC9A642-744E-4237-B834-8AB17A6919B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B73B35C3-CE5E-40D7-9F78-9DAF625341E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C089379-583F-43EA-A359-DDD8F55C9DFE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5DCE39B3-1A99-4F03-ABFA-22EBB8A0967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BAC4910C-84C1-4BB3-8831-DBFA6FD6086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BE4CDBD-2504-44B8-9FCA-349AB1C69BE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5C081608-A395-4D09-BD8A-A5D1FE08FAA6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6F45F6-8117-43FA-ABA5-A5F8D7D246A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688D5F99-9556-4C11-91BD-7828AAC4020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83084F6-9F19-4077-B505-8884B99ECE3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A88431EE-3377-45FC-9D1C-476FE6BB3B8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3490FF61-C896-4BCE-B5CF-96697B3FFCC8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039872A1-708A-4730-8DF5-AA21CE06830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13A8F42-6A68-43AB-AD02-AE8A032803D0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F0F24F8-12A0-4728-9BFE-0E3FE52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93BCCB-95E3-4A85-B3C6-4FB0A6B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010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jdelijke aanduiding voor afbeelding 57">
            <a:extLst>
              <a:ext uri="{FF2B5EF4-FFF2-40B4-BE49-F238E27FC236}">
                <a16:creationId xmlns:a16="http://schemas.microsoft.com/office/drawing/2014/main" id="{D48DE010-1A0C-4166-971F-D5EDDE6E73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79455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9" name="Tijdelijke aanduiding voor afbeelding 57">
            <a:extLst>
              <a:ext uri="{FF2B5EF4-FFF2-40B4-BE49-F238E27FC236}">
                <a16:creationId xmlns:a16="http://schemas.microsoft.com/office/drawing/2014/main" id="{043CC465-FBD7-4104-8C4B-53064F78FF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071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0" name="Tijdelijke aanduiding voor afbeelding 57">
            <a:extLst>
              <a:ext uri="{FF2B5EF4-FFF2-40B4-BE49-F238E27FC236}">
                <a16:creationId xmlns:a16="http://schemas.microsoft.com/office/drawing/2014/main" id="{92C64300-3DFE-4ED3-B061-1086C51426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Tijdelijke aanduiding voor afbeelding 57">
            <a:extLst>
              <a:ext uri="{FF2B5EF4-FFF2-40B4-BE49-F238E27FC236}">
                <a16:creationId xmlns:a16="http://schemas.microsoft.com/office/drawing/2014/main" id="{A2908ADB-146B-4FFC-940F-114478DBED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1964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361655FF-F737-47B0-AAB6-8D7FBC047C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4078288"/>
            <a:ext cx="10515600" cy="20864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4" name="任意形状 66">
            <a:extLst>
              <a:ext uri="{FF2B5EF4-FFF2-40B4-BE49-F238E27FC236}">
                <a16:creationId xmlns:a16="http://schemas.microsoft.com/office/drawing/2014/main" id="{AFED4D00-A44A-4ED7-97B8-E3F8231E6084}"/>
              </a:ext>
            </a:extLst>
          </p:cNvPr>
          <p:cNvSpPr/>
          <p:nvPr/>
        </p:nvSpPr>
        <p:spPr>
          <a:xfrm>
            <a:off x="310639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5" name="任意形状 66">
            <a:extLst>
              <a:ext uri="{FF2B5EF4-FFF2-40B4-BE49-F238E27FC236}">
                <a16:creationId xmlns:a16="http://schemas.microsoft.com/office/drawing/2014/main" id="{A322EFEA-BA3D-48DE-81DA-C9080DFC860C}"/>
              </a:ext>
            </a:extLst>
          </p:cNvPr>
          <p:cNvSpPr/>
          <p:nvPr/>
        </p:nvSpPr>
        <p:spPr>
          <a:xfrm>
            <a:off x="5947646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6" name="任意形状 66">
            <a:extLst>
              <a:ext uri="{FF2B5EF4-FFF2-40B4-BE49-F238E27FC236}">
                <a16:creationId xmlns:a16="http://schemas.microsoft.com/office/drawing/2014/main" id="{655922D4-3BD3-46CF-958B-856DF4C84B21}"/>
              </a:ext>
            </a:extLst>
          </p:cNvPr>
          <p:cNvSpPr/>
          <p:nvPr/>
        </p:nvSpPr>
        <p:spPr>
          <a:xfrm>
            <a:off x="878890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F64BDDA-83F6-49F6-83E2-CA4C17924C92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BAA067D-68DC-4D17-A232-E09CF41A5A7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9BB53258-6B15-4A3E-8076-B8CB9F1A76EE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4" name="Groep 13">
            <a:extLst>
              <a:ext uri="{FF2B5EF4-FFF2-40B4-BE49-F238E27FC236}">
                <a16:creationId xmlns:a16="http://schemas.microsoft.com/office/drawing/2014/main" id="{6524146B-70AA-4032-9964-3C5B0B31D1D1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2374F56-6622-4A31-A57F-57868348BAF3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6" name="Gelijkbenige driehoek 128">
              <a:extLst>
                <a:ext uri="{FF2B5EF4-FFF2-40B4-BE49-F238E27FC236}">
                  <a16:creationId xmlns:a16="http://schemas.microsoft.com/office/drawing/2014/main" id="{1AA46C18-1C28-4228-92B3-393252B482BA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B7D978C1-8ECF-42D9-8DAE-3382095D2B8D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690E3B56-2C0C-4C5B-9189-8A263AD2B9D8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16812722-7EFC-46CA-A347-61B4E3C24478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315FB1F7-DFB7-427C-9170-33BAAFFA4F9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E9F2863-3BCC-4783-8FAC-A850C593F715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EF5C1873-2EA1-46C1-9B95-EA3E082D60E4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14D8220-166C-4990-AF74-B7A5D85EFC44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70F5BEA0-CDF5-4567-BADE-DCEA92538944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011CCB6D-09D6-4FF2-B71E-C4F565DBC280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179A6272-710A-434A-AE75-6E0E5E49E057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1AB8BEB7-72F0-4BD5-AE59-595157BC7C4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C7A8E8EB-2657-49CF-A833-5D1ADDA5C370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07525DA-0B92-4588-83A7-5E55B60DDAB1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ACF55B21-7FC6-450D-B67F-19F4B577D5BA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2621F62B-189B-4101-902B-228D718CC106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FB58F2F-A65B-43BF-8590-8F6BD1A6D93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8D8F4811-1508-4277-808B-8DB87BDE03B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D1D2CC7F-B5F6-452E-A62C-8C0C0B77D28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54A3C999-4B62-4BC8-82F7-5D137C6463C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EE721BE1-8E4D-49DA-9377-13B31FE84D78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44C3CEF0-4A60-4B88-B408-28CF105451B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57B8AB8-140B-45CD-9327-7A72D526F971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E4AFCDCA-C7EE-4B7C-8DF3-D100A12058D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4" name="Tekstvak 43">
            <a:extLst>
              <a:ext uri="{FF2B5EF4-FFF2-40B4-BE49-F238E27FC236}">
                <a16:creationId xmlns:a16="http://schemas.microsoft.com/office/drawing/2014/main" id="{273947A7-9254-4672-9759-A7EB91635602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0F915DA-A1E8-4934-89C5-26A0771FE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0C73B2-9DD4-41C9-AA89-1A9861D1BB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4995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51229" y="1391096"/>
            <a:ext cx="1817966" cy="2020312"/>
          </a:xfrm>
          <a:custGeom>
            <a:avLst/>
            <a:gdLst>
              <a:gd name="connsiteX0" fmla="*/ 1813421 w 1817966"/>
              <a:gd name="connsiteY0" fmla="*/ 1176110 h 2020312"/>
              <a:gd name="connsiteX1" fmla="*/ 1477616 w 1817966"/>
              <a:gd name="connsiteY1" fmla="*/ 1536180 h 2020312"/>
              <a:gd name="connsiteX2" fmla="*/ 1328519 w 1817966"/>
              <a:gd name="connsiteY2" fmla="*/ 2018701 h 2020312"/>
              <a:gd name="connsiteX3" fmla="*/ 686567 w 1817966"/>
              <a:gd name="connsiteY3" fmla="*/ 1788045 h 2020312"/>
              <a:gd name="connsiteX4" fmla="*/ -4321 w 1817966"/>
              <a:gd name="connsiteY4" fmla="*/ 2018701 h 2020312"/>
              <a:gd name="connsiteX5" fmla="*/ 1139608 w 1817966"/>
              <a:gd name="connsiteY5" fmla="*/ -1612 h 2020312"/>
              <a:gd name="connsiteX6" fmla="*/ 1813645 w 1817966"/>
              <a:gd name="connsiteY6" fmla="*/ 433232 h 202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7966" h="2020312">
                <a:moveTo>
                  <a:pt x="1813421" y="1176110"/>
                </a:moveTo>
                <a:cubicBezTo>
                  <a:pt x="1676231" y="1269801"/>
                  <a:pt x="1561511" y="1392790"/>
                  <a:pt x="1477616" y="1536180"/>
                </a:cubicBezTo>
                <a:cubicBezTo>
                  <a:pt x="1391429" y="1683390"/>
                  <a:pt x="1340426" y="1848529"/>
                  <a:pt x="1328519" y="2018701"/>
                </a:cubicBezTo>
                <a:lnTo>
                  <a:pt x="686567" y="1788045"/>
                </a:lnTo>
                <a:lnTo>
                  <a:pt x="-4321" y="2018701"/>
                </a:lnTo>
                <a:cubicBezTo>
                  <a:pt x="20394" y="1197814"/>
                  <a:pt x="448407" y="441904"/>
                  <a:pt x="1139608" y="-1612"/>
                </a:cubicBezTo>
                <a:lnTo>
                  <a:pt x="1813645" y="433232"/>
                </a:lnTo>
                <a:close/>
              </a:path>
            </a:pathLst>
          </a:custGeom>
          <a:solidFill>
            <a:schemeClr val="accent6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5669569" y="1709799"/>
            <a:ext cx="2302779" cy="1475129"/>
          </a:xfrm>
          <a:custGeom>
            <a:avLst/>
            <a:gdLst>
              <a:gd name="connsiteX0" fmla="*/ 2298458 w 2302779"/>
              <a:gd name="connsiteY0" fmla="*/ 289326 h 1475129"/>
              <a:gd name="connsiteX1" fmla="*/ 2251679 w 2302779"/>
              <a:gd name="connsiteY1" fmla="*/ 1043078 h 1475129"/>
              <a:gd name="connsiteX2" fmla="*/ 1631971 w 2302779"/>
              <a:gd name="connsiteY2" fmla="*/ 1467722 h 1475129"/>
              <a:gd name="connsiteX3" fmla="*/ 1404462 w 2302779"/>
              <a:gd name="connsiteY3" fmla="*/ 1389443 h 1475129"/>
              <a:gd name="connsiteX4" fmla="*/ 903965 w 2302779"/>
              <a:gd name="connsiteY4" fmla="*/ 1390926 h 1475129"/>
              <a:gd name="connsiteX5" fmla="*/ 670299 w 2302779"/>
              <a:gd name="connsiteY5" fmla="*/ 1473518 h 1475129"/>
              <a:gd name="connsiteX6" fmla="*/ 694250 w 2302779"/>
              <a:gd name="connsiteY6" fmla="*/ 736032 h 1475129"/>
              <a:gd name="connsiteX7" fmla="*/ -4321 w 2302779"/>
              <a:gd name="connsiteY7" fmla="*/ 294583 h 1475129"/>
              <a:gd name="connsiteX8" fmla="*/ 2298278 w 2302779"/>
              <a:gd name="connsiteY8" fmla="*/ 289326 h 147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2779" h="1475129">
                <a:moveTo>
                  <a:pt x="2298458" y="289326"/>
                </a:moveTo>
                <a:lnTo>
                  <a:pt x="2251679" y="1043078"/>
                </a:lnTo>
                <a:lnTo>
                  <a:pt x="1631971" y="1467722"/>
                </a:lnTo>
                <a:cubicBezTo>
                  <a:pt x="1559220" y="1433436"/>
                  <a:pt x="1482920" y="1407193"/>
                  <a:pt x="1404462" y="1389443"/>
                </a:cubicBezTo>
                <a:cubicBezTo>
                  <a:pt x="1239637" y="1352326"/>
                  <a:pt x="1068567" y="1352865"/>
                  <a:pt x="903965" y="1390926"/>
                </a:cubicBezTo>
                <a:cubicBezTo>
                  <a:pt x="823217" y="1409574"/>
                  <a:pt x="744849" y="1437300"/>
                  <a:pt x="670299" y="1473518"/>
                </a:cubicBezTo>
                <a:lnTo>
                  <a:pt x="694250" y="736032"/>
                </a:lnTo>
                <a:lnTo>
                  <a:pt x="-4321" y="294583"/>
                </a:lnTo>
                <a:cubicBezTo>
                  <a:pt x="712405" y="-98470"/>
                  <a:pt x="1579755" y="-100447"/>
                  <a:pt x="2298278" y="289326"/>
                </a:cubicBezTo>
                <a:close/>
              </a:path>
            </a:pathLst>
          </a:custGeom>
          <a:solidFill>
            <a:schemeClr val="accent3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981052" y="2655178"/>
            <a:ext cx="1819403" cy="2291724"/>
          </a:xfrm>
          <a:custGeom>
            <a:avLst/>
            <a:gdLst>
              <a:gd name="connsiteX0" fmla="*/ 1815082 w 1819403"/>
              <a:gd name="connsiteY0" fmla="*/ 2024992 h 2291724"/>
              <a:gd name="connsiteX1" fmla="*/ 1144146 w 1819403"/>
              <a:gd name="connsiteY1" fmla="*/ 2290113 h 2291724"/>
              <a:gd name="connsiteX2" fmla="*/ 492577 w 1819403"/>
              <a:gd name="connsiteY2" fmla="*/ 2025262 h 2291724"/>
              <a:gd name="connsiteX3" fmla="*/ 339795 w 1819403"/>
              <a:gd name="connsiteY3" fmla="*/ 1536405 h 2291724"/>
              <a:gd name="connsiteX4" fmla="*/ -4321 w 1819403"/>
              <a:gd name="connsiteY4" fmla="*/ 1174447 h 2291724"/>
              <a:gd name="connsiteX5" fmla="*/ 575081 w 1819403"/>
              <a:gd name="connsiteY5" fmla="*/ 813568 h 2291724"/>
              <a:gd name="connsiteX6" fmla="*/ 660862 w 1819403"/>
              <a:gd name="connsiteY6" fmla="*/ -1612 h 2291724"/>
              <a:gd name="connsiteX7" fmla="*/ 1815082 w 1819403"/>
              <a:gd name="connsiteY7" fmla="*/ 2024992 h 229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9403" h="2291724">
                <a:moveTo>
                  <a:pt x="1815082" y="2024992"/>
                </a:moveTo>
                <a:lnTo>
                  <a:pt x="1144146" y="2290113"/>
                </a:lnTo>
                <a:lnTo>
                  <a:pt x="492577" y="2025262"/>
                </a:lnTo>
                <a:cubicBezTo>
                  <a:pt x="480489" y="1852618"/>
                  <a:pt x="428186" y="1685187"/>
                  <a:pt x="339795" y="1536405"/>
                </a:cubicBezTo>
                <a:cubicBezTo>
                  <a:pt x="253744" y="1391442"/>
                  <a:pt x="136103" y="1267734"/>
                  <a:pt x="-4321" y="1174447"/>
                </a:cubicBezTo>
                <a:lnTo>
                  <a:pt x="575081" y="813568"/>
                </a:lnTo>
                <a:lnTo>
                  <a:pt x="660862" y="-1612"/>
                </a:lnTo>
                <a:cubicBezTo>
                  <a:pt x="1357997" y="440601"/>
                  <a:pt x="1790368" y="1199791"/>
                  <a:pt x="1815082" y="2024992"/>
                </a:cubicBezTo>
                <a:close/>
              </a:path>
            </a:pathLst>
          </a:custGeom>
          <a:solidFill>
            <a:schemeClr val="accent1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124564" y="4658708"/>
            <a:ext cx="1815989" cy="2020358"/>
          </a:xfrm>
          <a:custGeom>
            <a:avLst/>
            <a:gdLst>
              <a:gd name="connsiteX0" fmla="*/ 1811668 w 1815989"/>
              <a:gd name="connsiteY0" fmla="*/ -1567 h 2020358"/>
              <a:gd name="connsiteX1" fmla="*/ 667379 w 1815989"/>
              <a:gd name="connsiteY1" fmla="*/ 2018746 h 2020358"/>
              <a:gd name="connsiteX2" fmla="*/ 96425 w 1815989"/>
              <a:gd name="connsiteY2" fmla="*/ 1541574 h 2020358"/>
              <a:gd name="connsiteX3" fmla="*/ -4321 w 1815989"/>
              <a:gd name="connsiteY3" fmla="*/ 844799 h 2020358"/>
              <a:gd name="connsiteX4" fmla="*/ 336877 w 1815989"/>
              <a:gd name="connsiteY4" fmla="*/ 484144 h 2020358"/>
              <a:gd name="connsiteX5" fmla="*/ 488805 w 1815989"/>
              <a:gd name="connsiteY5" fmla="*/ -1612 h 2020358"/>
              <a:gd name="connsiteX6" fmla="*/ 1127297 w 1815989"/>
              <a:gd name="connsiteY6" fmla="*/ 251647 h 202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5989" h="2020358">
                <a:moveTo>
                  <a:pt x="1811668" y="-1567"/>
                </a:moveTo>
                <a:cubicBezTo>
                  <a:pt x="1786864" y="819411"/>
                  <a:pt x="1358716" y="1575320"/>
                  <a:pt x="667379" y="2018746"/>
                </a:cubicBezTo>
                <a:lnTo>
                  <a:pt x="96425" y="1541574"/>
                </a:lnTo>
                <a:lnTo>
                  <a:pt x="-4321" y="844799"/>
                </a:lnTo>
                <a:cubicBezTo>
                  <a:pt x="134890" y="751557"/>
                  <a:pt x="251499" y="628299"/>
                  <a:pt x="336877" y="484144"/>
                </a:cubicBezTo>
                <a:cubicBezTo>
                  <a:pt x="424502" y="336171"/>
                  <a:pt x="476492" y="169909"/>
                  <a:pt x="488805" y="-1612"/>
                </a:cubicBezTo>
                <a:lnTo>
                  <a:pt x="1127297" y="251647"/>
                </a:lnTo>
                <a:close/>
              </a:path>
            </a:pathLst>
          </a:custGeom>
          <a:solidFill>
            <a:schemeClr val="accent2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3379559" y="3176138"/>
            <a:ext cx="1823763" cy="2237128"/>
          </a:xfrm>
          <a:custGeom>
            <a:avLst/>
            <a:gdLst>
              <a:gd name="connsiteX0" fmla="*/ 1819442 w 1823763"/>
              <a:gd name="connsiteY0" fmla="*/ 1052807 h 2237128"/>
              <a:gd name="connsiteX1" fmla="*/ 1292210 w 1823763"/>
              <a:gd name="connsiteY1" fmla="*/ 1488684 h 2237128"/>
              <a:gd name="connsiteX2" fmla="*/ 1149899 w 1823763"/>
              <a:gd name="connsiteY2" fmla="*/ 2235517 h 2237128"/>
              <a:gd name="connsiteX3" fmla="*/ -4321 w 1823763"/>
              <a:gd name="connsiteY3" fmla="*/ 208553 h 2237128"/>
              <a:gd name="connsiteX4" fmla="*/ 657492 w 1823763"/>
              <a:gd name="connsiteY4" fmla="*/ -1612 h 2237128"/>
              <a:gd name="connsiteX5" fmla="*/ 1328922 w 1823763"/>
              <a:gd name="connsiteY5" fmla="*/ 208553 h 2237128"/>
              <a:gd name="connsiteX6" fmla="*/ 1480043 w 1823763"/>
              <a:gd name="connsiteY6" fmla="*/ 692781 h 2237128"/>
              <a:gd name="connsiteX7" fmla="*/ 1819442 w 1823763"/>
              <a:gd name="connsiteY7" fmla="*/ 1052807 h 223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3763" h="2237128">
                <a:moveTo>
                  <a:pt x="1819442" y="1052807"/>
                </a:moveTo>
                <a:lnTo>
                  <a:pt x="1292210" y="1488684"/>
                </a:lnTo>
                <a:lnTo>
                  <a:pt x="1149899" y="2235517"/>
                </a:lnTo>
                <a:cubicBezTo>
                  <a:pt x="452900" y="1792989"/>
                  <a:pt x="20617" y="1033754"/>
                  <a:pt x="-4321" y="208553"/>
                </a:cubicBezTo>
                <a:lnTo>
                  <a:pt x="657492" y="-1612"/>
                </a:lnTo>
                <a:lnTo>
                  <a:pt x="1328922" y="208553"/>
                </a:lnTo>
                <a:cubicBezTo>
                  <a:pt x="1341236" y="379444"/>
                  <a:pt x="1392956" y="545213"/>
                  <a:pt x="1480043" y="692781"/>
                </a:cubicBezTo>
                <a:cubicBezTo>
                  <a:pt x="1564971" y="836575"/>
                  <a:pt x="1680905" y="959565"/>
                  <a:pt x="1819442" y="1052807"/>
                </a:cubicBezTo>
                <a:close/>
              </a:path>
            </a:pathLst>
          </a:custGeom>
          <a:solidFill>
            <a:schemeClr val="accent5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19616" y="4885164"/>
            <a:ext cx="2302239" cy="1474744"/>
          </a:xfrm>
          <a:custGeom>
            <a:avLst/>
            <a:gdLst>
              <a:gd name="connsiteX0" fmla="*/ 2297918 w 2302239"/>
              <a:gd name="connsiteY0" fmla="*/ 1176919 h 1474744"/>
              <a:gd name="connsiteX1" fmla="*/ -4321 w 2302239"/>
              <a:gd name="connsiteY1" fmla="*/ 1182716 h 1474744"/>
              <a:gd name="connsiteX2" fmla="*/ 135697 w 2302239"/>
              <a:gd name="connsiteY2" fmla="*/ 459250 h 1474744"/>
              <a:gd name="connsiteX3" fmla="*/ 665940 w 2302239"/>
              <a:gd name="connsiteY3" fmla="*/ -1612 h 1474744"/>
              <a:gd name="connsiteX4" fmla="*/ 1395652 w 2302239"/>
              <a:gd name="connsiteY4" fmla="*/ 79273 h 1474744"/>
              <a:gd name="connsiteX5" fmla="*/ 1624601 w 2302239"/>
              <a:gd name="connsiteY5" fmla="*/ 6 h 1474744"/>
              <a:gd name="connsiteX6" fmla="*/ 1695869 w 2302239"/>
              <a:gd name="connsiteY6" fmla="*/ 682490 h 14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2239" h="1474744">
                <a:moveTo>
                  <a:pt x="2297918" y="1176919"/>
                </a:moveTo>
                <a:cubicBezTo>
                  <a:pt x="1581326" y="1569793"/>
                  <a:pt x="714246" y="1571995"/>
                  <a:pt x="-4321" y="1182716"/>
                </a:cubicBezTo>
                <a:lnTo>
                  <a:pt x="135697" y="459250"/>
                </a:lnTo>
                <a:lnTo>
                  <a:pt x="665940" y="-1612"/>
                </a:lnTo>
                <a:cubicBezTo>
                  <a:pt x="893271" y="106324"/>
                  <a:pt x="1150213" y="134814"/>
                  <a:pt x="1395652" y="79273"/>
                </a:cubicBezTo>
                <a:cubicBezTo>
                  <a:pt x="1474650" y="61298"/>
                  <a:pt x="1551401" y="34742"/>
                  <a:pt x="1624601" y="6"/>
                </a:cubicBezTo>
                <a:lnTo>
                  <a:pt x="1695869" y="682490"/>
                </a:lnTo>
                <a:close/>
              </a:path>
            </a:pathLst>
          </a:custGeom>
          <a:solidFill>
            <a:schemeClr val="accent4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C7EA4DD-F03C-43E6-AD43-DE68E53E4EF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183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90430" y="1557380"/>
            <a:ext cx="2013766" cy="1878261"/>
          </a:xfrm>
          <a:custGeom>
            <a:avLst/>
            <a:gdLst>
              <a:gd name="connsiteX0" fmla="*/ 2012943 w 2013766"/>
              <a:gd name="connsiteY0" fmla="*/ 1428735 h 1878261"/>
              <a:gd name="connsiteX1" fmla="*/ 2012943 w 2013766"/>
              <a:gd name="connsiteY1" fmla="*/ -223 h 1878261"/>
              <a:gd name="connsiteX2" fmla="*/ -823 w 2013766"/>
              <a:gd name="connsiteY2" fmla="*/ 1163884 h 1878261"/>
              <a:gd name="connsiteX3" fmla="*/ 523365 w 2013766"/>
              <a:gd name="connsiteY3" fmla="*/ 1466662 h 1878261"/>
              <a:gd name="connsiteX4" fmla="*/ 1236547 w 2013766"/>
              <a:gd name="connsiteY4" fmla="*/ 1878039 h 1878261"/>
              <a:gd name="connsiteX5" fmla="*/ 2012943 w 2013766"/>
              <a:gd name="connsiteY5" fmla="*/ 1428735 h 187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3766" h="1878261">
                <a:moveTo>
                  <a:pt x="2012943" y="1428735"/>
                </a:moveTo>
                <a:lnTo>
                  <a:pt x="2012943" y="-223"/>
                </a:lnTo>
                <a:cubicBezTo>
                  <a:pt x="1191358" y="33913"/>
                  <a:pt x="438756" y="468954"/>
                  <a:pt x="-823" y="1163884"/>
                </a:cubicBezTo>
                <a:lnTo>
                  <a:pt x="523365" y="1466662"/>
                </a:lnTo>
                <a:lnTo>
                  <a:pt x="1236547" y="1878039"/>
                </a:lnTo>
                <a:cubicBezTo>
                  <a:pt x="1417405" y="1622201"/>
                  <a:pt x="1700991" y="1458072"/>
                  <a:pt x="2012943" y="1428735"/>
                </a:cubicBezTo>
                <a:close/>
              </a:path>
            </a:pathLst>
          </a:custGeom>
          <a:solidFill>
            <a:schemeClr val="accent6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604177" y="2890058"/>
            <a:ext cx="1524750" cy="2325620"/>
          </a:xfrm>
          <a:custGeom>
            <a:avLst/>
            <a:gdLst>
              <a:gd name="connsiteX0" fmla="*/ 1523927 w 1524750"/>
              <a:gd name="connsiteY0" fmla="*/ 712959 h 2325620"/>
              <a:gd name="connsiteX1" fmla="*/ 286557 w 1524750"/>
              <a:gd name="connsiteY1" fmla="*/ -223 h 2325620"/>
              <a:gd name="connsiteX2" fmla="*/ 286557 w 1524750"/>
              <a:gd name="connsiteY2" fmla="*/ 2325398 h 2325620"/>
              <a:gd name="connsiteX3" fmla="*/ 1523927 w 1524750"/>
              <a:gd name="connsiteY3" fmla="*/ 1612216 h 2325620"/>
              <a:gd name="connsiteX4" fmla="*/ 1523927 w 1524750"/>
              <a:gd name="connsiteY4" fmla="*/ 715552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1523927" y="712959"/>
                </a:moveTo>
                <a:lnTo>
                  <a:pt x="286557" y="-223"/>
                </a:lnTo>
                <a:cubicBezTo>
                  <a:pt x="-96616" y="727644"/>
                  <a:pt x="-96616" y="1597531"/>
                  <a:pt x="286557" y="2325398"/>
                </a:cubicBezTo>
                <a:lnTo>
                  <a:pt x="1523927" y="1612216"/>
                </a:lnTo>
                <a:cubicBezTo>
                  <a:pt x="1392637" y="1327754"/>
                  <a:pt x="1392637" y="1000014"/>
                  <a:pt x="1523927" y="715552"/>
                </a:cubicBezTo>
                <a:close/>
              </a:path>
            </a:pathLst>
          </a:custGeom>
          <a:solidFill>
            <a:schemeClr val="accent5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8700" y="1557380"/>
            <a:ext cx="2015386" cy="1877289"/>
          </a:xfrm>
          <a:custGeom>
            <a:avLst/>
            <a:gdLst>
              <a:gd name="connsiteX0" fmla="*/ 777194 w 2015386"/>
              <a:gd name="connsiteY0" fmla="*/ 1877066 h 1877289"/>
              <a:gd name="connsiteX1" fmla="*/ 2014564 w 2015386"/>
              <a:gd name="connsiteY1" fmla="*/ 1163884 h 1877289"/>
              <a:gd name="connsiteX2" fmla="*/ -823 w 2015386"/>
              <a:gd name="connsiteY2" fmla="*/ -223 h 1877289"/>
              <a:gd name="connsiteX3" fmla="*/ -823 w 2015386"/>
              <a:gd name="connsiteY3" fmla="*/ 1428735 h 1877289"/>
              <a:gd name="connsiteX4" fmla="*/ 777194 w 2015386"/>
              <a:gd name="connsiteY4" fmla="*/ 1877066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777194" y="1877066"/>
                </a:moveTo>
                <a:lnTo>
                  <a:pt x="2014564" y="1163884"/>
                </a:lnTo>
                <a:cubicBezTo>
                  <a:pt x="1574660" y="468467"/>
                  <a:pt x="821346" y="33362"/>
                  <a:pt x="-823" y="-223"/>
                </a:cubicBezTo>
                <a:lnTo>
                  <a:pt x="-823" y="1428735"/>
                </a:lnTo>
                <a:cubicBezTo>
                  <a:pt x="311550" y="1457391"/>
                  <a:pt x="595786" y="1621163"/>
                  <a:pt x="777194" y="1877066"/>
                </a:cubicBezTo>
                <a:close/>
              </a:path>
            </a:pathLst>
          </a:custGeom>
          <a:solidFill>
            <a:schemeClr val="accent3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89134" y="4668150"/>
            <a:ext cx="2015062" cy="1878586"/>
          </a:xfrm>
          <a:custGeom>
            <a:avLst/>
            <a:gdLst>
              <a:gd name="connsiteX0" fmla="*/ 1236223 w 2015062"/>
              <a:gd name="connsiteY0" fmla="*/ -223 h 1878586"/>
              <a:gd name="connsiteX1" fmla="*/ -823 w 2015062"/>
              <a:gd name="connsiteY1" fmla="*/ 712959 h 1878586"/>
              <a:gd name="connsiteX2" fmla="*/ 2014239 w 2015062"/>
              <a:gd name="connsiteY2" fmla="*/ 1878363 h 1878586"/>
              <a:gd name="connsiteX3" fmla="*/ 2014239 w 2015062"/>
              <a:gd name="connsiteY3" fmla="*/ 448434 h 1878586"/>
              <a:gd name="connsiteX4" fmla="*/ 1236223 w 2015062"/>
              <a:gd name="connsiteY4" fmla="*/ -223 h 1878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062" h="1878586">
                <a:moveTo>
                  <a:pt x="1236223" y="-223"/>
                </a:moveTo>
                <a:lnTo>
                  <a:pt x="-823" y="712959"/>
                </a:lnTo>
                <a:cubicBezTo>
                  <a:pt x="438820" y="1408668"/>
                  <a:pt x="1191973" y="1844260"/>
                  <a:pt x="2014239" y="1878363"/>
                </a:cubicBezTo>
                <a:lnTo>
                  <a:pt x="2014239" y="448434"/>
                </a:lnTo>
                <a:cubicBezTo>
                  <a:pt x="1701832" y="419615"/>
                  <a:pt x="1417630" y="255713"/>
                  <a:pt x="1236223" y="-223"/>
                </a:cubicBezTo>
                <a:close/>
              </a:path>
            </a:pathLst>
          </a:custGeom>
          <a:solidFill>
            <a:schemeClr val="accent4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7073969" y="2887465"/>
            <a:ext cx="1524750" cy="2325620"/>
          </a:xfrm>
          <a:custGeom>
            <a:avLst/>
            <a:gdLst>
              <a:gd name="connsiteX0" fmla="*/ -823 w 1524750"/>
              <a:gd name="connsiteY0" fmla="*/ 715553 h 2325620"/>
              <a:gd name="connsiteX1" fmla="*/ -823 w 1524750"/>
              <a:gd name="connsiteY1" fmla="*/ 1612216 h 2325620"/>
              <a:gd name="connsiteX2" fmla="*/ 1236547 w 1524750"/>
              <a:gd name="connsiteY2" fmla="*/ 2325398 h 2325620"/>
              <a:gd name="connsiteX3" fmla="*/ 1236547 w 1524750"/>
              <a:gd name="connsiteY3" fmla="*/ -223 h 2325620"/>
              <a:gd name="connsiteX4" fmla="*/ 800858 w 1524750"/>
              <a:gd name="connsiteY4" fmla="*/ 251336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-823" y="715553"/>
                </a:moveTo>
                <a:cubicBezTo>
                  <a:pt x="130467" y="1000015"/>
                  <a:pt x="130467" y="1327754"/>
                  <a:pt x="-823" y="1612216"/>
                </a:cubicBezTo>
                <a:lnTo>
                  <a:pt x="1236547" y="2325398"/>
                </a:lnTo>
                <a:cubicBezTo>
                  <a:pt x="1619720" y="1597532"/>
                  <a:pt x="1619720" y="727644"/>
                  <a:pt x="1236547" y="-223"/>
                </a:cubicBezTo>
                <a:lnTo>
                  <a:pt x="800858" y="251336"/>
                </a:lnTo>
                <a:close/>
              </a:path>
            </a:pathLst>
          </a:custGeom>
          <a:solidFill>
            <a:schemeClr val="accent1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7080" y="4669447"/>
            <a:ext cx="2015386" cy="1877289"/>
          </a:xfrm>
          <a:custGeom>
            <a:avLst/>
            <a:gdLst>
              <a:gd name="connsiteX0" fmla="*/ 2014564 w 2015386"/>
              <a:gd name="connsiteY0" fmla="*/ 712959 h 1877289"/>
              <a:gd name="connsiteX1" fmla="*/ 777194 w 2015386"/>
              <a:gd name="connsiteY1" fmla="*/ -223 h 1877289"/>
              <a:gd name="connsiteX2" fmla="*/ -823 w 2015386"/>
              <a:gd name="connsiteY2" fmla="*/ 448433 h 1877289"/>
              <a:gd name="connsiteX3" fmla="*/ -823 w 2015386"/>
              <a:gd name="connsiteY3" fmla="*/ 1877066 h 1877289"/>
              <a:gd name="connsiteX4" fmla="*/ 2014564 w 2015386"/>
              <a:gd name="connsiteY4" fmla="*/ 712959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2014564" y="712959"/>
                </a:moveTo>
                <a:lnTo>
                  <a:pt x="777194" y="-223"/>
                </a:lnTo>
                <a:cubicBezTo>
                  <a:pt x="595883" y="255842"/>
                  <a:pt x="311616" y="419776"/>
                  <a:pt x="-823" y="448433"/>
                </a:cubicBezTo>
                <a:lnTo>
                  <a:pt x="-823" y="1877066"/>
                </a:lnTo>
                <a:cubicBezTo>
                  <a:pt x="821312" y="1843352"/>
                  <a:pt x="1574563" y="1408279"/>
                  <a:pt x="2014564" y="712959"/>
                </a:cubicBezTo>
                <a:close/>
              </a:path>
            </a:pathLst>
          </a:custGeom>
          <a:solidFill>
            <a:schemeClr val="accent2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7B899CC-F789-4B53-AC07-F992D39E19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208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41" name="Groep 40">
            <a:extLst>
              <a:ext uri="{FF2B5EF4-FFF2-40B4-BE49-F238E27FC236}">
                <a16:creationId xmlns:a16="http://schemas.microsoft.com/office/drawing/2014/main" id="{0A37B0AA-6828-4A85-A34A-1CDAEF133D09}"/>
              </a:ext>
            </a:extLst>
          </p:cNvPr>
          <p:cNvGrpSpPr/>
          <p:nvPr/>
        </p:nvGrpSpPr>
        <p:grpSpPr>
          <a:xfrm>
            <a:off x="3379559" y="1391096"/>
            <a:ext cx="5420896" cy="5287970"/>
            <a:chOff x="3379559" y="1391096"/>
            <a:chExt cx="5420896" cy="528797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51229" y="1391096"/>
              <a:ext cx="1817966" cy="2020312"/>
            </a:xfrm>
            <a:custGeom>
              <a:avLst/>
              <a:gdLst>
                <a:gd name="connsiteX0" fmla="*/ 1813421 w 1817966"/>
                <a:gd name="connsiteY0" fmla="*/ 1176110 h 2020312"/>
                <a:gd name="connsiteX1" fmla="*/ 1477616 w 1817966"/>
                <a:gd name="connsiteY1" fmla="*/ 1536180 h 2020312"/>
                <a:gd name="connsiteX2" fmla="*/ 1328519 w 1817966"/>
                <a:gd name="connsiteY2" fmla="*/ 2018701 h 2020312"/>
                <a:gd name="connsiteX3" fmla="*/ 686567 w 1817966"/>
                <a:gd name="connsiteY3" fmla="*/ 1788045 h 2020312"/>
                <a:gd name="connsiteX4" fmla="*/ -4321 w 1817966"/>
                <a:gd name="connsiteY4" fmla="*/ 2018701 h 2020312"/>
                <a:gd name="connsiteX5" fmla="*/ 1139608 w 1817966"/>
                <a:gd name="connsiteY5" fmla="*/ -1612 h 2020312"/>
                <a:gd name="connsiteX6" fmla="*/ 1813645 w 1817966"/>
                <a:gd name="connsiteY6" fmla="*/ 433232 h 202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7966" h="2020312">
                  <a:moveTo>
                    <a:pt x="1813421" y="1176110"/>
                  </a:moveTo>
                  <a:cubicBezTo>
                    <a:pt x="1676231" y="1269801"/>
                    <a:pt x="1561511" y="1392790"/>
                    <a:pt x="1477616" y="1536180"/>
                  </a:cubicBezTo>
                  <a:cubicBezTo>
                    <a:pt x="1391429" y="1683390"/>
                    <a:pt x="1340426" y="1848529"/>
                    <a:pt x="1328519" y="2018701"/>
                  </a:cubicBezTo>
                  <a:lnTo>
                    <a:pt x="686567" y="1788045"/>
                  </a:lnTo>
                  <a:lnTo>
                    <a:pt x="-4321" y="2018701"/>
                  </a:lnTo>
                  <a:cubicBezTo>
                    <a:pt x="20394" y="1197814"/>
                    <a:pt x="448407" y="441904"/>
                    <a:pt x="1139608" y="-1612"/>
                  </a:cubicBezTo>
                  <a:lnTo>
                    <a:pt x="1813645" y="433232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5669569" y="1709799"/>
              <a:ext cx="2302779" cy="1475129"/>
            </a:xfrm>
            <a:custGeom>
              <a:avLst/>
              <a:gdLst>
                <a:gd name="connsiteX0" fmla="*/ 2298458 w 2302779"/>
                <a:gd name="connsiteY0" fmla="*/ 289326 h 1475129"/>
                <a:gd name="connsiteX1" fmla="*/ 2251679 w 2302779"/>
                <a:gd name="connsiteY1" fmla="*/ 1043078 h 1475129"/>
                <a:gd name="connsiteX2" fmla="*/ 1631971 w 2302779"/>
                <a:gd name="connsiteY2" fmla="*/ 1467722 h 1475129"/>
                <a:gd name="connsiteX3" fmla="*/ 1404462 w 2302779"/>
                <a:gd name="connsiteY3" fmla="*/ 1389443 h 1475129"/>
                <a:gd name="connsiteX4" fmla="*/ 903965 w 2302779"/>
                <a:gd name="connsiteY4" fmla="*/ 1390926 h 1475129"/>
                <a:gd name="connsiteX5" fmla="*/ 670299 w 2302779"/>
                <a:gd name="connsiteY5" fmla="*/ 1473518 h 1475129"/>
                <a:gd name="connsiteX6" fmla="*/ 694250 w 2302779"/>
                <a:gd name="connsiteY6" fmla="*/ 736032 h 1475129"/>
                <a:gd name="connsiteX7" fmla="*/ -4321 w 2302779"/>
                <a:gd name="connsiteY7" fmla="*/ 294583 h 1475129"/>
                <a:gd name="connsiteX8" fmla="*/ 2298278 w 2302779"/>
                <a:gd name="connsiteY8" fmla="*/ 289326 h 147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2779" h="1475129">
                  <a:moveTo>
                    <a:pt x="2298458" y="289326"/>
                  </a:moveTo>
                  <a:lnTo>
                    <a:pt x="2251679" y="1043078"/>
                  </a:lnTo>
                  <a:lnTo>
                    <a:pt x="1631971" y="1467722"/>
                  </a:lnTo>
                  <a:cubicBezTo>
                    <a:pt x="1559220" y="1433436"/>
                    <a:pt x="1482920" y="1407193"/>
                    <a:pt x="1404462" y="1389443"/>
                  </a:cubicBezTo>
                  <a:cubicBezTo>
                    <a:pt x="1239637" y="1352326"/>
                    <a:pt x="1068567" y="1352865"/>
                    <a:pt x="903965" y="1390926"/>
                  </a:cubicBezTo>
                  <a:cubicBezTo>
                    <a:pt x="823217" y="1409574"/>
                    <a:pt x="744849" y="1437300"/>
                    <a:pt x="670299" y="1473518"/>
                  </a:cubicBezTo>
                  <a:lnTo>
                    <a:pt x="694250" y="736032"/>
                  </a:lnTo>
                  <a:lnTo>
                    <a:pt x="-4321" y="294583"/>
                  </a:lnTo>
                  <a:cubicBezTo>
                    <a:pt x="712405" y="-98470"/>
                    <a:pt x="1579755" y="-100447"/>
                    <a:pt x="2298278" y="289326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981052" y="2655178"/>
              <a:ext cx="1819403" cy="2291724"/>
            </a:xfrm>
            <a:custGeom>
              <a:avLst/>
              <a:gdLst>
                <a:gd name="connsiteX0" fmla="*/ 1815082 w 1819403"/>
                <a:gd name="connsiteY0" fmla="*/ 2024992 h 2291724"/>
                <a:gd name="connsiteX1" fmla="*/ 1144146 w 1819403"/>
                <a:gd name="connsiteY1" fmla="*/ 2290113 h 2291724"/>
                <a:gd name="connsiteX2" fmla="*/ 492577 w 1819403"/>
                <a:gd name="connsiteY2" fmla="*/ 2025262 h 2291724"/>
                <a:gd name="connsiteX3" fmla="*/ 339795 w 1819403"/>
                <a:gd name="connsiteY3" fmla="*/ 1536405 h 2291724"/>
                <a:gd name="connsiteX4" fmla="*/ -4321 w 1819403"/>
                <a:gd name="connsiteY4" fmla="*/ 1174447 h 2291724"/>
                <a:gd name="connsiteX5" fmla="*/ 575081 w 1819403"/>
                <a:gd name="connsiteY5" fmla="*/ 813568 h 2291724"/>
                <a:gd name="connsiteX6" fmla="*/ 660862 w 1819403"/>
                <a:gd name="connsiteY6" fmla="*/ -1612 h 2291724"/>
                <a:gd name="connsiteX7" fmla="*/ 1815082 w 1819403"/>
                <a:gd name="connsiteY7" fmla="*/ 2024992 h 22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9403" h="2291724">
                  <a:moveTo>
                    <a:pt x="1815082" y="2024992"/>
                  </a:moveTo>
                  <a:lnTo>
                    <a:pt x="1144146" y="2290113"/>
                  </a:lnTo>
                  <a:lnTo>
                    <a:pt x="492577" y="2025262"/>
                  </a:lnTo>
                  <a:cubicBezTo>
                    <a:pt x="480489" y="1852618"/>
                    <a:pt x="428186" y="1685187"/>
                    <a:pt x="339795" y="1536405"/>
                  </a:cubicBezTo>
                  <a:cubicBezTo>
                    <a:pt x="253744" y="1391442"/>
                    <a:pt x="136103" y="1267734"/>
                    <a:pt x="-4321" y="1174447"/>
                  </a:cubicBezTo>
                  <a:lnTo>
                    <a:pt x="575081" y="813568"/>
                  </a:lnTo>
                  <a:lnTo>
                    <a:pt x="660862" y="-1612"/>
                  </a:lnTo>
                  <a:cubicBezTo>
                    <a:pt x="1357997" y="440601"/>
                    <a:pt x="1790368" y="1199791"/>
                    <a:pt x="1815082" y="2024992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124564" y="4658708"/>
              <a:ext cx="1815989" cy="2020358"/>
            </a:xfrm>
            <a:custGeom>
              <a:avLst/>
              <a:gdLst>
                <a:gd name="connsiteX0" fmla="*/ 1811668 w 1815989"/>
                <a:gd name="connsiteY0" fmla="*/ -1567 h 2020358"/>
                <a:gd name="connsiteX1" fmla="*/ 667379 w 1815989"/>
                <a:gd name="connsiteY1" fmla="*/ 2018746 h 2020358"/>
                <a:gd name="connsiteX2" fmla="*/ 96425 w 1815989"/>
                <a:gd name="connsiteY2" fmla="*/ 1541574 h 2020358"/>
                <a:gd name="connsiteX3" fmla="*/ -4321 w 1815989"/>
                <a:gd name="connsiteY3" fmla="*/ 844799 h 2020358"/>
                <a:gd name="connsiteX4" fmla="*/ 336877 w 1815989"/>
                <a:gd name="connsiteY4" fmla="*/ 484144 h 2020358"/>
                <a:gd name="connsiteX5" fmla="*/ 488805 w 1815989"/>
                <a:gd name="connsiteY5" fmla="*/ -1612 h 2020358"/>
                <a:gd name="connsiteX6" fmla="*/ 1127297 w 1815989"/>
                <a:gd name="connsiteY6" fmla="*/ 251647 h 202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5989" h="2020358">
                  <a:moveTo>
                    <a:pt x="1811668" y="-1567"/>
                  </a:moveTo>
                  <a:cubicBezTo>
                    <a:pt x="1786864" y="819411"/>
                    <a:pt x="1358716" y="1575320"/>
                    <a:pt x="667379" y="2018746"/>
                  </a:cubicBezTo>
                  <a:lnTo>
                    <a:pt x="96425" y="1541574"/>
                  </a:lnTo>
                  <a:lnTo>
                    <a:pt x="-4321" y="844799"/>
                  </a:lnTo>
                  <a:cubicBezTo>
                    <a:pt x="134890" y="751557"/>
                    <a:pt x="251499" y="628299"/>
                    <a:pt x="336877" y="484144"/>
                  </a:cubicBezTo>
                  <a:cubicBezTo>
                    <a:pt x="424502" y="336171"/>
                    <a:pt x="476492" y="169909"/>
                    <a:pt x="488805" y="-1612"/>
                  </a:cubicBezTo>
                  <a:lnTo>
                    <a:pt x="1127297" y="251647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3379559" y="3176138"/>
              <a:ext cx="1823763" cy="2237128"/>
            </a:xfrm>
            <a:custGeom>
              <a:avLst/>
              <a:gdLst>
                <a:gd name="connsiteX0" fmla="*/ 1819442 w 1823763"/>
                <a:gd name="connsiteY0" fmla="*/ 1052807 h 2237128"/>
                <a:gd name="connsiteX1" fmla="*/ 1292210 w 1823763"/>
                <a:gd name="connsiteY1" fmla="*/ 1488684 h 2237128"/>
                <a:gd name="connsiteX2" fmla="*/ 1149899 w 1823763"/>
                <a:gd name="connsiteY2" fmla="*/ 2235517 h 2237128"/>
                <a:gd name="connsiteX3" fmla="*/ -4321 w 1823763"/>
                <a:gd name="connsiteY3" fmla="*/ 208553 h 2237128"/>
                <a:gd name="connsiteX4" fmla="*/ 657492 w 1823763"/>
                <a:gd name="connsiteY4" fmla="*/ -1612 h 2237128"/>
                <a:gd name="connsiteX5" fmla="*/ 1328922 w 1823763"/>
                <a:gd name="connsiteY5" fmla="*/ 208553 h 2237128"/>
                <a:gd name="connsiteX6" fmla="*/ 1480043 w 1823763"/>
                <a:gd name="connsiteY6" fmla="*/ 692781 h 2237128"/>
                <a:gd name="connsiteX7" fmla="*/ 1819442 w 1823763"/>
                <a:gd name="connsiteY7" fmla="*/ 1052807 h 223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3763" h="2237128">
                  <a:moveTo>
                    <a:pt x="1819442" y="1052807"/>
                  </a:moveTo>
                  <a:lnTo>
                    <a:pt x="1292210" y="1488684"/>
                  </a:lnTo>
                  <a:lnTo>
                    <a:pt x="1149899" y="2235517"/>
                  </a:lnTo>
                  <a:cubicBezTo>
                    <a:pt x="452900" y="1792989"/>
                    <a:pt x="20617" y="1033754"/>
                    <a:pt x="-4321" y="208553"/>
                  </a:cubicBezTo>
                  <a:lnTo>
                    <a:pt x="657492" y="-1612"/>
                  </a:lnTo>
                  <a:lnTo>
                    <a:pt x="1328922" y="208553"/>
                  </a:lnTo>
                  <a:cubicBezTo>
                    <a:pt x="1341236" y="379444"/>
                    <a:pt x="1392956" y="545213"/>
                    <a:pt x="1480043" y="692781"/>
                  </a:cubicBezTo>
                  <a:cubicBezTo>
                    <a:pt x="1564971" y="836575"/>
                    <a:pt x="1680905" y="959565"/>
                    <a:pt x="1819442" y="1052807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19616" y="4885164"/>
              <a:ext cx="2302239" cy="1474744"/>
            </a:xfrm>
            <a:custGeom>
              <a:avLst/>
              <a:gdLst>
                <a:gd name="connsiteX0" fmla="*/ 2297918 w 2302239"/>
                <a:gd name="connsiteY0" fmla="*/ 1176919 h 1474744"/>
                <a:gd name="connsiteX1" fmla="*/ -4321 w 2302239"/>
                <a:gd name="connsiteY1" fmla="*/ 1182716 h 1474744"/>
                <a:gd name="connsiteX2" fmla="*/ 135697 w 2302239"/>
                <a:gd name="connsiteY2" fmla="*/ 459250 h 1474744"/>
                <a:gd name="connsiteX3" fmla="*/ 665940 w 2302239"/>
                <a:gd name="connsiteY3" fmla="*/ -1612 h 1474744"/>
                <a:gd name="connsiteX4" fmla="*/ 1395652 w 2302239"/>
                <a:gd name="connsiteY4" fmla="*/ 79273 h 1474744"/>
                <a:gd name="connsiteX5" fmla="*/ 1624601 w 2302239"/>
                <a:gd name="connsiteY5" fmla="*/ 6 h 1474744"/>
                <a:gd name="connsiteX6" fmla="*/ 1695869 w 2302239"/>
                <a:gd name="connsiteY6" fmla="*/ 682490 h 147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2239" h="1474744">
                  <a:moveTo>
                    <a:pt x="2297918" y="1176919"/>
                  </a:moveTo>
                  <a:cubicBezTo>
                    <a:pt x="1581326" y="1569793"/>
                    <a:pt x="714246" y="1571995"/>
                    <a:pt x="-4321" y="1182716"/>
                  </a:cubicBezTo>
                  <a:lnTo>
                    <a:pt x="135697" y="459250"/>
                  </a:lnTo>
                  <a:lnTo>
                    <a:pt x="665940" y="-1612"/>
                  </a:lnTo>
                  <a:cubicBezTo>
                    <a:pt x="893271" y="106324"/>
                    <a:pt x="1150213" y="134814"/>
                    <a:pt x="1395652" y="79273"/>
                  </a:cubicBezTo>
                  <a:cubicBezTo>
                    <a:pt x="1474650" y="61298"/>
                    <a:pt x="1551401" y="34742"/>
                    <a:pt x="1624601" y="6"/>
                  </a:cubicBezTo>
                  <a:lnTo>
                    <a:pt x="1695869" y="682490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C7EA4DD-F03C-43E6-AD43-DE68E53E4EF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73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ep 17">
            <a:extLst>
              <a:ext uri="{FF2B5EF4-FFF2-40B4-BE49-F238E27FC236}">
                <a16:creationId xmlns:a16="http://schemas.microsoft.com/office/drawing/2014/main" id="{3D09DD10-DF93-4B73-9390-3ABEB1A6BD55}"/>
              </a:ext>
            </a:extLst>
          </p:cNvPr>
          <p:cNvGrpSpPr/>
          <p:nvPr/>
        </p:nvGrpSpPr>
        <p:grpSpPr>
          <a:xfrm>
            <a:off x="3604177" y="1557380"/>
            <a:ext cx="4994542" cy="4989356"/>
            <a:chOff x="3604177" y="1557380"/>
            <a:chExt cx="4994542" cy="498935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12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90430" y="1557380"/>
              <a:ext cx="2013766" cy="1878261"/>
            </a:xfrm>
            <a:custGeom>
              <a:avLst/>
              <a:gdLst>
                <a:gd name="connsiteX0" fmla="*/ 2012943 w 2013766"/>
                <a:gd name="connsiteY0" fmla="*/ 1428735 h 1878261"/>
                <a:gd name="connsiteX1" fmla="*/ 2012943 w 2013766"/>
                <a:gd name="connsiteY1" fmla="*/ -223 h 1878261"/>
                <a:gd name="connsiteX2" fmla="*/ -823 w 2013766"/>
                <a:gd name="connsiteY2" fmla="*/ 1163884 h 1878261"/>
                <a:gd name="connsiteX3" fmla="*/ 523365 w 2013766"/>
                <a:gd name="connsiteY3" fmla="*/ 1466662 h 1878261"/>
                <a:gd name="connsiteX4" fmla="*/ 1236547 w 2013766"/>
                <a:gd name="connsiteY4" fmla="*/ 1878039 h 1878261"/>
                <a:gd name="connsiteX5" fmla="*/ 2012943 w 2013766"/>
                <a:gd name="connsiteY5" fmla="*/ 1428735 h 187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3766" h="1878261">
                  <a:moveTo>
                    <a:pt x="2012943" y="1428735"/>
                  </a:moveTo>
                  <a:lnTo>
                    <a:pt x="2012943" y="-223"/>
                  </a:lnTo>
                  <a:cubicBezTo>
                    <a:pt x="1191358" y="33913"/>
                    <a:pt x="438756" y="468954"/>
                    <a:pt x="-823" y="1163884"/>
                  </a:cubicBezTo>
                  <a:lnTo>
                    <a:pt x="523365" y="1466662"/>
                  </a:lnTo>
                  <a:lnTo>
                    <a:pt x="1236547" y="1878039"/>
                  </a:lnTo>
                  <a:cubicBezTo>
                    <a:pt x="1417405" y="1622201"/>
                    <a:pt x="1700991" y="1458072"/>
                    <a:pt x="2012943" y="1428735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604177" y="2890058"/>
              <a:ext cx="1524750" cy="2325620"/>
            </a:xfrm>
            <a:custGeom>
              <a:avLst/>
              <a:gdLst>
                <a:gd name="connsiteX0" fmla="*/ 1523927 w 1524750"/>
                <a:gd name="connsiteY0" fmla="*/ 712959 h 2325620"/>
                <a:gd name="connsiteX1" fmla="*/ 286557 w 1524750"/>
                <a:gd name="connsiteY1" fmla="*/ -223 h 2325620"/>
                <a:gd name="connsiteX2" fmla="*/ 286557 w 1524750"/>
                <a:gd name="connsiteY2" fmla="*/ 2325398 h 2325620"/>
                <a:gd name="connsiteX3" fmla="*/ 1523927 w 1524750"/>
                <a:gd name="connsiteY3" fmla="*/ 1612216 h 2325620"/>
                <a:gd name="connsiteX4" fmla="*/ 1523927 w 1524750"/>
                <a:gd name="connsiteY4" fmla="*/ 715552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1523927" y="712959"/>
                  </a:moveTo>
                  <a:lnTo>
                    <a:pt x="286557" y="-223"/>
                  </a:lnTo>
                  <a:cubicBezTo>
                    <a:pt x="-96616" y="727644"/>
                    <a:pt x="-96616" y="1597531"/>
                    <a:pt x="286557" y="2325398"/>
                  </a:cubicBezTo>
                  <a:lnTo>
                    <a:pt x="1523927" y="1612216"/>
                  </a:lnTo>
                  <a:cubicBezTo>
                    <a:pt x="1392637" y="1327754"/>
                    <a:pt x="1392637" y="1000014"/>
                    <a:pt x="1523927" y="715552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8700" y="1557380"/>
              <a:ext cx="2015386" cy="1877289"/>
            </a:xfrm>
            <a:custGeom>
              <a:avLst/>
              <a:gdLst>
                <a:gd name="connsiteX0" fmla="*/ 777194 w 2015386"/>
                <a:gd name="connsiteY0" fmla="*/ 1877066 h 1877289"/>
                <a:gd name="connsiteX1" fmla="*/ 2014564 w 2015386"/>
                <a:gd name="connsiteY1" fmla="*/ 1163884 h 1877289"/>
                <a:gd name="connsiteX2" fmla="*/ -823 w 2015386"/>
                <a:gd name="connsiteY2" fmla="*/ -223 h 1877289"/>
                <a:gd name="connsiteX3" fmla="*/ -823 w 2015386"/>
                <a:gd name="connsiteY3" fmla="*/ 1428735 h 1877289"/>
                <a:gd name="connsiteX4" fmla="*/ 777194 w 2015386"/>
                <a:gd name="connsiteY4" fmla="*/ 1877066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777194" y="1877066"/>
                  </a:moveTo>
                  <a:lnTo>
                    <a:pt x="2014564" y="1163884"/>
                  </a:lnTo>
                  <a:cubicBezTo>
                    <a:pt x="1574660" y="468467"/>
                    <a:pt x="821346" y="33362"/>
                    <a:pt x="-823" y="-223"/>
                  </a:cubicBezTo>
                  <a:lnTo>
                    <a:pt x="-823" y="1428735"/>
                  </a:lnTo>
                  <a:cubicBezTo>
                    <a:pt x="311550" y="1457391"/>
                    <a:pt x="595786" y="1621163"/>
                    <a:pt x="777194" y="1877066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89134" y="4668150"/>
              <a:ext cx="2015062" cy="1878586"/>
            </a:xfrm>
            <a:custGeom>
              <a:avLst/>
              <a:gdLst>
                <a:gd name="connsiteX0" fmla="*/ 1236223 w 2015062"/>
                <a:gd name="connsiteY0" fmla="*/ -223 h 1878586"/>
                <a:gd name="connsiteX1" fmla="*/ -823 w 2015062"/>
                <a:gd name="connsiteY1" fmla="*/ 712959 h 1878586"/>
                <a:gd name="connsiteX2" fmla="*/ 2014239 w 2015062"/>
                <a:gd name="connsiteY2" fmla="*/ 1878363 h 1878586"/>
                <a:gd name="connsiteX3" fmla="*/ 2014239 w 2015062"/>
                <a:gd name="connsiteY3" fmla="*/ 448434 h 1878586"/>
                <a:gd name="connsiteX4" fmla="*/ 1236223 w 2015062"/>
                <a:gd name="connsiteY4" fmla="*/ -223 h 1878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062" h="1878586">
                  <a:moveTo>
                    <a:pt x="1236223" y="-223"/>
                  </a:moveTo>
                  <a:lnTo>
                    <a:pt x="-823" y="712959"/>
                  </a:lnTo>
                  <a:cubicBezTo>
                    <a:pt x="438820" y="1408668"/>
                    <a:pt x="1191973" y="1844260"/>
                    <a:pt x="2014239" y="1878363"/>
                  </a:cubicBezTo>
                  <a:lnTo>
                    <a:pt x="2014239" y="448434"/>
                  </a:lnTo>
                  <a:cubicBezTo>
                    <a:pt x="1701832" y="419615"/>
                    <a:pt x="1417630" y="255713"/>
                    <a:pt x="1236223" y="-223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7073969" y="2887465"/>
              <a:ext cx="1524750" cy="2325620"/>
            </a:xfrm>
            <a:custGeom>
              <a:avLst/>
              <a:gdLst>
                <a:gd name="connsiteX0" fmla="*/ -823 w 1524750"/>
                <a:gd name="connsiteY0" fmla="*/ 715553 h 2325620"/>
                <a:gd name="connsiteX1" fmla="*/ -823 w 1524750"/>
                <a:gd name="connsiteY1" fmla="*/ 1612216 h 2325620"/>
                <a:gd name="connsiteX2" fmla="*/ 1236547 w 1524750"/>
                <a:gd name="connsiteY2" fmla="*/ 2325398 h 2325620"/>
                <a:gd name="connsiteX3" fmla="*/ 1236547 w 1524750"/>
                <a:gd name="connsiteY3" fmla="*/ -223 h 2325620"/>
                <a:gd name="connsiteX4" fmla="*/ 800858 w 1524750"/>
                <a:gd name="connsiteY4" fmla="*/ 251336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-823" y="715553"/>
                  </a:moveTo>
                  <a:cubicBezTo>
                    <a:pt x="130467" y="1000015"/>
                    <a:pt x="130467" y="1327754"/>
                    <a:pt x="-823" y="1612216"/>
                  </a:cubicBezTo>
                  <a:lnTo>
                    <a:pt x="1236547" y="2325398"/>
                  </a:lnTo>
                  <a:cubicBezTo>
                    <a:pt x="1619720" y="1597532"/>
                    <a:pt x="1619720" y="727644"/>
                    <a:pt x="1236547" y="-223"/>
                  </a:cubicBezTo>
                  <a:lnTo>
                    <a:pt x="800858" y="251336"/>
                  </a:ln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7080" y="4669447"/>
              <a:ext cx="2015386" cy="1877289"/>
            </a:xfrm>
            <a:custGeom>
              <a:avLst/>
              <a:gdLst>
                <a:gd name="connsiteX0" fmla="*/ 2014564 w 2015386"/>
                <a:gd name="connsiteY0" fmla="*/ 712959 h 1877289"/>
                <a:gd name="connsiteX1" fmla="*/ 777194 w 2015386"/>
                <a:gd name="connsiteY1" fmla="*/ -223 h 1877289"/>
                <a:gd name="connsiteX2" fmla="*/ -823 w 2015386"/>
                <a:gd name="connsiteY2" fmla="*/ 448433 h 1877289"/>
                <a:gd name="connsiteX3" fmla="*/ -823 w 2015386"/>
                <a:gd name="connsiteY3" fmla="*/ 1877066 h 1877289"/>
                <a:gd name="connsiteX4" fmla="*/ 2014564 w 2015386"/>
                <a:gd name="connsiteY4" fmla="*/ 712959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2014564" y="712959"/>
                  </a:moveTo>
                  <a:lnTo>
                    <a:pt x="777194" y="-223"/>
                  </a:lnTo>
                  <a:cubicBezTo>
                    <a:pt x="595883" y="255842"/>
                    <a:pt x="311616" y="419776"/>
                    <a:pt x="-823" y="448433"/>
                  </a:cubicBezTo>
                  <a:lnTo>
                    <a:pt x="-823" y="1877066"/>
                  </a:lnTo>
                  <a:cubicBezTo>
                    <a:pt x="821312" y="1843352"/>
                    <a:pt x="1574563" y="1408279"/>
                    <a:pt x="2014564" y="712959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7B899CC-F789-4B53-AC07-F992D39E19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677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498B4DCE-2704-40D5-AFF2-FF3510C238F1}"/>
              </a:ext>
            </a:extLst>
          </p:cNvPr>
          <p:cNvCxnSpPr/>
          <p:nvPr/>
        </p:nvCxnSpPr>
        <p:spPr>
          <a:xfrm>
            <a:off x="1729824" y="3517948"/>
            <a:ext cx="0" cy="11600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jdelijke aanduiding voor tekst 11">
            <a:extLst>
              <a:ext uri="{FF2B5EF4-FFF2-40B4-BE49-F238E27FC236}">
                <a16:creationId xmlns:a16="http://schemas.microsoft.com/office/drawing/2014/main" id="{80F700A6-B198-4148-80A5-AF17F78C93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147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D33FE0A0-4B7D-426F-A670-0313E74E861E}"/>
              </a:ext>
            </a:extLst>
          </p:cNvPr>
          <p:cNvCxnSpPr/>
          <p:nvPr/>
        </p:nvCxnSpPr>
        <p:spPr>
          <a:xfrm>
            <a:off x="6106500" y="3517948"/>
            <a:ext cx="0" cy="1160060"/>
          </a:xfrm>
          <a:prstGeom prst="line">
            <a:avLst/>
          </a:prstGeom>
          <a:ln w="19050">
            <a:solidFill>
              <a:srgbClr val="FF7A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ijdelijke aanduiding voor tekst 11">
            <a:extLst>
              <a:ext uri="{FF2B5EF4-FFF2-40B4-BE49-F238E27FC236}">
                <a16:creationId xmlns:a16="http://schemas.microsoft.com/office/drawing/2014/main" id="{CADC3538-E5D6-45E1-A0AB-4E99727BD9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5823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FE017B11-C244-434F-929C-0784042EC907}"/>
              </a:ext>
            </a:extLst>
          </p:cNvPr>
          <p:cNvCxnSpPr/>
          <p:nvPr/>
        </p:nvCxnSpPr>
        <p:spPr>
          <a:xfrm>
            <a:off x="10508878" y="3517948"/>
            <a:ext cx="0" cy="116006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jdelijke aanduiding voor tekst 11">
            <a:extLst>
              <a:ext uri="{FF2B5EF4-FFF2-40B4-BE49-F238E27FC236}">
                <a16:creationId xmlns:a16="http://schemas.microsoft.com/office/drawing/2014/main" id="{7C33880C-2605-40BC-8CC8-EEE1D1900D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8201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353B1555-FDDB-4621-BE82-AE12B1A72360}"/>
              </a:ext>
            </a:extLst>
          </p:cNvPr>
          <p:cNvCxnSpPr/>
          <p:nvPr/>
        </p:nvCxnSpPr>
        <p:spPr>
          <a:xfrm>
            <a:off x="3920131" y="3269509"/>
            <a:ext cx="0" cy="1160060"/>
          </a:xfrm>
          <a:prstGeom prst="line">
            <a:avLst/>
          </a:prstGeom>
          <a:ln w="19050">
            <a:solidFill>
              <a:srgbClr val="FF8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jdelijke aanduiding voor tekst 11">
            <a:extLst>
              <a:ext uri="{FF2B5EF4-FFF2-40B4-BE49-F238E27FC236}">
                <a16:creationId xmlns:a16="http://schemas.microsoft.com/office/drawing/2014/main" id="{CC49ADED-9845-4F27-AD1D-83B9AF69B2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8726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178A62CD-F80E-4B85-A96E-E6E982B911E9}"/>
              </a:ext>
            </a:extLst>
          </p:cNvPr>
          <p:cNvCxnSpPr/>
          <p:nvPr/>
        </p:nvCxnSpPr>
        <p:spPr>
          <a:xfrm>
            <a:off x="8285323" y="3269509"/>
            <a:ext cx="0" cy="1160060"/>
          </a:xfrm>
          <a:prstGeom prst="line">
            <a:avLst/>
          </a:prstGeom>
          <a:ln w="19050">
            <a:solidFill>
              <a:srgbClr val="FF6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jdelijke aanduiding voor tekst 11">
            <a:extLst>
              <a:ext uri="{FF2B5EF4-FFF2-40B4-BE49-F238E27FC236}">
                <a16:creationId xmlns:a16="http://schemas.microsoft.com/office/drawing/2014/main" id="{517B8485-E6B7-4B58-A92D-95A6E3DC25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3918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46A9B1A9-0FF1-4592-AAD4-7197D0D6927B}"/>
              </a:ext>
            </a:extLst>
          </p:cNvPr>
          <p:cNvGrpSpPr/>
          <p:nvPr/>
        </p:nvGrpSpPr>
        <p:grpSpPr>
          <a:xfrm>
            <a:off x="850232" y="2933444"/>
            <a:ext cx="10506076" cy="2064357"/>
            <a:chOff x="1607298" y="2320542"/>
            <a:chExt cx="11440281" cy="2247921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34FC95EC-A784-4490-8B22-EDDD0F141F40}"/>
                </a:ext>
              </a:extLst>
            </p:cNvPr>
            <p:cNvSpPr/>
            <p:nvPr/>
          </p:nvSpPr>
          <p:spPr>
            <a:xfrm rot="2700000">
              <a:off x="1607298" y="2333873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Graphic 3">
              <a:extLst>
                <a:ext uri="{FF2B5EF4-FFF2-40B4-BE49-F238E27FC236}">
                  <a16:creationId xmlns:a16="http://schemas.microsoft.com/office/drawing/2014/main" id="{E4734907-6B2B-4F61-91A1-5C684C8AC19F}"/>
                </a:ext>
              </a:extLst>
            </p:cNvPr>
            <p:cNvSpPr/>
            <p:nvPr userDrawn="1"/>
          </p:nvSpPr>
          <p:spPr>
            <a:xfrm rot="13500000">
              <a:off x="3988994" y="2652850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Graphic 3">
              <a:extLst>
                <a:ext uri="{FF2B5EF4-FFF2-40B4-BE49-F238E27FC236}">
                  <a16:creationId xmlns:a16="http://schemas.microsoft.com/office/drawing/2014/main" id="{19BBAD39-B46C-4BF9-B89A-61D77733B6D7}"/>
                </a:ext>
              </a:extLst>
            </p:cNvPr>
            <p:cNvSpPr/>
            <p:nvPr/>
          </p:nvSpPr>
          <p:spPr>
            <a:xfrm rot="2700000">
              <a:off x="6374818" y="2330914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Graphic 3">
              <a:extLst>
                <a:ext uri="{FF2B5EF4-FFF2-40B4-BE49-F238E27FC236}">
                  <a16:creationId xmlns:a16="http://schemas.microsoft.com/office/drawing/2014/main" id="{6A2C120C-4E53-4D7C-91E8-420768E4BF9B}"/>
                </a:ext>
              </a:extLst>
            </p:cNvPr>
            <p:cNvSpPr/>
            <p:nvPr userDrawn="1"/>
          </p:nvSpPr>
          <p:spPr>
            <a:xfrm rot="13500000">
              <a:off x="8749686" y="2642478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3" name="Graphic 3">
              <a:extLst>
                <a:ext uri="{FF2B5EF4-FFF2-40B4-BE49-F238E27FC236}">
                  <a16:creationId xmlns:a16="http://schemas.microsoft.com/office/drawing/2014/main" id="{E95C94CA-F2FD-4543-A9C3-B15FAD64980B}"/>
                </a:ext>
              </a:extLst>
            </p:cNvPr>
            <p:cNvSpPr/>
            <p:nvPr userDrawn="1"/>
          </p:nvSpPr>
          <p:spPr>
            <a:xfrm rot="2700000">
              <a:off x="11131966" y="2320542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650A98E-55EC-485D-B218-F494F76EC3C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6B51E7-0FC1-41CA-9BCB-F5095E1C007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92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ov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600" b="0" baseline="0"/>
            </a:lvl1pPr>
          </a:lstStyle>
          <a:p>
            <a:pPr lvl="0"/>
            <a:r>
              <a:rPr lang="en-US" noProof="0"/>
              <a:t>Click icon to add media</a:t>
            </a:r>
            <a:endParaRPr lang="nl-BE" noProof="0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1"/>
          </p:nvPr>
        </p:nvSpPr>
        <p:spPr>
          <a:xfrm>
            <a:off x="5556609" y="3330933"/>
            <a:ext cx="1078786" cy="1078784"/>
          </a:xfr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 sz="133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2"/>
          </p:nvPr>
        </p:nvSpPr>
        <p:spPr>
          <a:xfrm>
            <a:off x="420284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3"/>
          </p:nvPr>
        </p:nvSpPr>
        <p:spPr>
          <a:xfrm>
            <a:off x="6731716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1CEEFD70-3144-4EA9-A60E-E1C7E6D18F62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47A48878-0506-4E44-8B23-5D499E8B78F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41" name="Tekstvak 40">
            <a:extLst>
              <a:ext uri="{FF2B5EF4-FFF2-40B4-BE49-F238E27FC236}">
                <a16:creationId xmlns:a16="http://schemas.microsoft.com/office/drawing/2014/main" id="{623AB98F-8702-466D-99CA-0D09D597414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42" name="Groep 41">
            <a:extLst>
              <a:ext uri="{FF2B5EF4-FFF2-40B4-BE49-F238E27FC236}">
                <a16:creationId xmlns:a16="http://schemas.microsoft.com/office/drawing/2014/main" id="{B0D1267B-CF7E-4450-8B48-59FA4F5A53D3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F1DBA30E-3AC9-4705-972F-432EBD384C4D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4" name="Gelijkbenige driehoek 128">
              <a:extLst>
                <a:ext uri="{FF2B5EF4-FFF2-40B4-BE49-F238E27FC236}">
                  <a16:creationId xmlns:a16="http://schemas.microsoft.com/office/drawing/2014/main" id="{72AE8D8B-3EA6-431B-9403-F78DC77A59CF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5" name="Ovaal 44">
              <a:extLst>
                <a:ext uri="{FF2B5EF4-FFF2-40B4-BE49-F238E27FC236}">
                  <a16:creationId xmlns:a16="http://schemas.microsoft.com/office/drawing/2014/main" id="{2598491F-B788-4AAC-BFBC-1A5E9F22C49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7D1AA91D-8A0E-418A-8A15-568986FDDCC3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47" name="Rechte verbindingslijn 46">
              <a:extLst>
                <a:ext uri="{FF2B5EF4-FFF2-40B4-BE49-F238E27FC236}">
                  <a16:creationId xmlns:a16="http://schemas.microsoft.com/office/drawing/2014/main" id="{C2DCC380-E160-4F6C-BEC6-78AA43095A5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8" name="Tekstvak 47">
            <a:extLst>
              <a:ext uri="{FF2B5EF4-FFF2-40B4-BE49-F238E27FC236}">
                <a16:creationId xmlns:a16="http://schemas.microsoft.com/office/drawing/2014/main" id="{8A5F2955-E614-440D-B2FE-3A6BD25106DF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49" name="Tekstvak 48">
            <a:extLst>
              <a:ext uri="{FF2B5EF4-FFF2-40B4-BE49-F238E27FC236}">
                <a16:creationId xmlns:a16="http://schemas.microsoft.com/office/drawing/2014/main" id="{165C8EA5-BEC1-4AC0-9E6E-7C362681A42B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50" name="Groep 49">
            <a:extLst>
              <a:ext uri="{FF2B5EF4-FFF2-40B4-BE49-F238E27FC236}">
                <a16:creationId xmlns:a16="http://schemas.microsoft.com/office/drawing/2014/main" id="{439C349D-FD25-444B-ADF5-07B4C9FA4994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51" name="Rechthoek 50">
              <a:extLst>
                <a:ext uri="{FF2B5EF4-FFF2-40B4-BE49-F238E27FC236}">
                  <a16:creationId xmlns:a16="http://schemas.microsoft.com/office/drawing/2014/main" id="{F59DC191-F09F-45B3-9BB0-F21AFF78FAD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52" name="Groep 51">
              <a:extLst>
                <a:ext uri="{FF2B5EF4-FFF2-40B4-BE49-F238E27FC236}">
                  <a16:creationId xmlns:a16="http://schemas.microsoft.com/office/drawing/2014/main" id="{B44A1207-8AD5-4602-BAE4-3023555ACD87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61" name="Rechthoek 60">
                <a:extLst>
                  <a:ext uri="{FF2B5EF4-FFF2-40B4-BE49-F238E27FC236}">
                    <a16:creationId xmlns:a16="http://schemas.microsoft.com/office/drawing/2014/main" id="{88AA076E-194A-4EBE-BAC8-8B383661080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42B11435-5F52-4C73-8B92-12B5195452DE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6C4E4824-E5D8-4022-8A19-72A2BD7F47C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4" name="Rechthoek 63">
                <a:extLst>
                  <a:ext uri="{FF2B5EF4-FFF2-40B4-BE49-F238E27FC236}">
                    <a16:creationId xmlns:a16="http://schemas.microsoft.com/office/drawing/2014/main" id="{BAA2F00B-5D96-4B88-9CBE-560B618B43EB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E8D6AFBE-D8C3-4DDE-A9C6-E8DB9C83609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8D5B997B-A680-4C98-B4F9-FE04AC85B4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7" name="Rechthoek 66">
                <a:extLst>
                  <a:ext uri="{FF2B5EF4-FFF2-40B4-BE49-F238E27FC236}">
                    <a16:creationId xmlns:a16="http://schemas.microsoft.com/office/drawing/2014/main" id="{DEE1CAE3-36E4-40A8-9499-8DB7787C38B1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53" name="Groep 52">
              <a:extLst>
                <a:ext uri="{FF2B5EF4-FFF2-40B4-BE49-F238E27FC236}">
                  <a16:creationId xmlns:a16="http://schemas.microsoft.com/office/drawing/2014/main" id="{84329183-47F3-4535-A333-F2D18CB3EE83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54" name="Rechthoek 53">
                <a:extLst>
                  <a:ext uri="{FF2B5EF4-FFF2-40B4-BE49-F238E27FC236}">
                    <a16:creationId xmlns:a16="http://schemas.microsoft.com/office/drawing/2014/main" id="{49C7A26D-E842-4193-A36B-F199F01096E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334E94C0-FA9A-4D4D-93AE-45DB4DE0E8E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2DB6F8D9-454C-482B-A42B-26567DFA216B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0C8EFB32-A6A1-4844-B8CF-B16A4CFA3E2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B5BC8841-77D1-4FE2-9AFD-922920A7AB8A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1CBC155-3249-4821-9667-F42EE811689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C5893313-C022-4420-822F-75B9D3745A8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68" name="Tekstvak 67">
            <a:extLst>
              <a:ext uri="{FF2B5EF4-FFF2-40B4-BE49-F238E27FC236}">
                <a16:creationId xmlns:a16="http://schemas.microsoft.com/office/drawing/2014/main" id="{40B4AD63-82E1-4FEA-809A-336B41E5B2E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178145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animBg="1">
        <p:tmplLst>
          <p:tmpl>
            <p:tnLst>
              <p:par>
                <p:cTn presetID="31" presetClass="exit" presetSubtype="0" fill="hold" nodeType="clickEffect">
                  <p:stCondLst>
                    <p:cond delay="0"/>
                  </p:stCondLst>
                  <p:childTnLst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fltVal val="90"/>
                          </p:val>
                        </p:tav>
                      </p:tavLst>
                    </p:anim>
                    <p:animEffect transition="out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2" presetClass="exit" presetSubtype="2" fill="hold" nodeType="withEffect">
                  <p:stCondLst>
                    <p:cond delay="0"/>
                  </p:stCondLst>
                  <p:childTnLst>
                    <p:animEffect transition="out" filter="wipe(righ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2" presetClass="exit" presetSubtype="8" fill="hold" nodeType="withEffect">
                  <p:stCondLst>
                    <p:cond delay="0"/>
                  </p:stCondLst>
                  <p:childTnLst>
                    <p:animEffect transition="out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88B3013-47ED-4FAD-A566-5139DC315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295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88B3013-47ED-4FAD-A566-5139DC315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25D3B4E-A54E-457D-8993-34E4AD67B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748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A3B2CE2-6E36-4B39-B81C-A871255F69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322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A3B2CE2-6E36-4B39-B81C-A871255F69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hoek 8">
            <a:extLst>
              <a:ext uri="{FF2B5EF4-FFF2-40B4-BE49-F238E27FC236}">
                <a16:creationId xmlns:a16="http://schemas.microsoft.com/office/drawing/2014/main" id="{28089973-667C-4261-A3F8-79E71E532240}"/>
              </a:ext>
            </a:extLst>
          </p:cNvPr>
          <p:cNvSpPr/>
          <p:nvPr/>
        </p:nvSpPr>
        <p:spPr>
          <a:xfrm rot="14837460">
            <a:off x="1109866" y="4496958"/>
            <a:ext cx="1810388" cy="402719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6224337" y="1651889"/>
            <a:ext cx="7724891" cy="772489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68" y="3989125"/>
            <a:ext cx="6365516" cy="18181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71A229C-676B-44C4-A449-BC2C885A974B}"/>
              </a:ext>
            </a:extLst>
          </p:cNvPr>
          <p:cNvSpPr txBox="1"/>
          <p:nvPr/>
        </p:nvSpPr>
        <p:spPr>
          <a:xfrm>
            <a:off x="676968" y="921330"/>
            <a:ext cx="63655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GB" sz="96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46360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6757" y="500826"/>
            <a:ext cx="9418359" cy="956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30940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24543" y="439583"/>
            <a:ext cx="9753600" cy="4965699"/>
          </a:xfrm>
        </p:spPr>
        <p:txBody>
          <a:bodyPr anchor="t"/>
          <a:lstStyle>
            <a:lvl1pPr algn="l">
              <a:lnSpc>
                <a:spcPct val="120000"/>
              </a:lnSpc>
              <a:defRPr sz="6000" b="1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US" dirty="0"/>
              <a:t>This is a breaker page, it can be used to split topics or highlight something</a:t>
            </a:r>
          </a:p>
        </p:txBody>
      </p:sp>
    </p:spTree>
    <p:extLst>
      <p:ext uri="{BB962C8B-B14F-4D97-AF65-F5344CB8AC3E}">
        <p14:creationId xmlns:p14="http://schemas.microsoft.com/office/powerpoint/2010/main" val="34859309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77A6-09FA-8541-9281-95DD7E40CF1F}" type="datetimeFigureOut">
              <a:rPr lang="en-BE" smtClean="0"/>
              <a:t>18/05/2026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141A-F586-5441-B4FE-33AE669607D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468762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526E4462-5B2D-43A4-9836-48526B6DE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81287"/>
      </p:ext>
    </p:extLst>
  </p:cSld>
  <p:clrMapOvr>
    <a:masterClrMapping/>
  </p:clrMapOvr>
  <p:hf hd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W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06729"/>
      </p:ext>
    </p:extLst>
  </p:cSld>
  <p:clrMapOvr>
    <a:masterClrMapping/>
  </p:clrMapOvr>
  <p:hf hd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11043962" y="-333831"/>
            <a:ext cx="1976529" cy="85471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>
            <a:off x="660207" y="2038350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93682" y="5447542"/>
            <a:ext cx="2038111" cy="97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61093"/>
      </p:ext>
    </p:extLst>
  </p:cSld>
  <p:clrMapOvr>
    <a:masterClrMapping/>
  </p:clrMapOvr>
  <p:hf hd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b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C227932-C3A5-4BE2-B468-0B2D2E1D3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3000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C227932-C3A5-4BE2-B468-0B2D2E1D3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>
            <a:extLst>
              <a:ext uri="{FF2B5EF4-FFF2-40B4-BE49-F238E27FC236}">
                <a16:creationId xmlns:a16="http://schemas.microsoft.com/office/drawing/2014/main" id="{1A471AC0-2471-4CD3-A61D-8D184731D0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EBA0C01F-B0FB-46DC-B5A8-B8DDF50AAA26}"/>
              </a:ext>
            </a:extLst>
          </p:cNvPr>
          <p:cNvSpPr/>
          <p:nvPr/>
        </p:nvSpPr>
        <p:spPr>
          <a:xfrm rot="7786244">
            <a:off x="6153698" y="3658094"/>
            <a:ext cx="1976529" cy="489351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DE8634FF-9E62-4CE8-A01E-324F402A9AF1}"/>
              </a:ext>
            </a:extLst>
          </p:cNvPr>
          <p:cNvSpPr/>
          <p:nvPr/>
        </p:nvSpPr>
        <p:spPr>
          <a:xfrm rot="9139577">
            <a:off x="6832407" y="-3517582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vert="horz" anchor="b">
            <a:normAutofit/>
          </a:bodyPr>
          <a:lstStyle>
            <a:lvl1pPr algn="l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B5D2F-1DCC-4C1D-9AB2-237582E64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623FD80-792A-4326-B8F3-394BB91D71A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3682" y="5447542"/>
            <a:ext cx="2038111" cy="97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15968"/>
      </p:ext>
    </p:extLst>
  </p:cSld>
  <p:clrMapOvr>
    <a:masterClrMapping/>
  </p:clrMapOvr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E998DF9-8C1D-46A7-883C-8718EA523E1C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7677738" y="394174"/>
            <a:ext cx="6143153" cy="6143152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F6A98CC-F557-4D9B-A099-463552032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799151"/>
            <a:ext cx="7674590" cy="1903106"/>
          </a:xfrm>
        </p:spPr>
        <p:txBody>
          <a:bodyPr anchor="b">
            <a:normAutofit/>
          </a:bodyPr>
          <a:lstStyle>
            <a:lvl1pPr algn="l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13" y="2772605"/>
            <a:ext cx="7674590" cy="7288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5369700"/>
      </p:ext>
    </p:extLst>
  </p:cSld>
  <p:clrMapOvr>
    <a:masterClrMapping/>
  </p:clrMapOvr>
  <p:hf hd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title -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562AE43F-CF1E-4884-9C1C-903846FB5E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92F278-3E36-4026-AE77-45C36C3D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682123"/>
            <a:ext cx="4981074" cy="1985210"/>
          </a:xfrm>
        </p:spPr>
        <p:txBody>
          <a:bodyPr anchor="b"/>
          <a:lstStyle>
            <a:lvl1pPr>
              <a:defRPr b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328067BC-D300-403B-8A41-F91504D058B6}"/>
              </a:ext>
            </a:extLst>
          </p:cNvPr>
          <p:cNvSpPr/>
          <p:nvPr/>
        </p:nvSpPr>
        <p:spPr>
          <a:xfrm>
            <a:off x="3969613" y="4014873"/>
            <a:ext cx="2126387" cy="2843128"/>
          </a:xfrm>
          <a:custGeom>
            <a:avLst/>
            <a:gdLst>
              <a:gd name="connsiteX0" fmla="*/ 2126387 w 2126387"/>
              <a:gd name="connsiteY0" fmla="*/ 0 h 2843128"/>
              <a:gd name="connsiteX1" fmla="*/ 2126387 w 2126387"/>
              <a:gd name="connsiteY1" fmla="*/ 1332544 h 2843128"/>
              <a:gd name="connsiteX2" fmla="*/ 2011075 w 2126387"/>
              <a:gd name="connsiteY2" fmla="*/ 1388096 h 2843128"/>
              <a:gd name="connsiteX3" fmla="*/ 1276519 w 2126387"/>
              <a:gd name="connsiteY3" fmla="*/ 2621962 h 2843128"/>
              <a:gd name="connsiteX4" fmla="*/ 1283764 w 2126387"/>
              <a:gd name="connsiteY4" fmla="*/ 2765426 h 2843128"/>
              <a:gd name="connsiteX5" fmla="*/ 1295625 w 2126387"/>
              <a:gd name="connsiteY5" fmla="*/ 2843128 h 2843128"/>
              <a:gd name="connsiteX6" fmla="*/ 11167 w 2126387"/>
              <a:gd name="connsiteY6" fmla="*/ 2843128 h 2843128"/>
              <a:gd name="connsiteX7" fmla="*/ 0 w 2126387"/>
              <a:gd name="connsiteY7" fmla="*/ 2621962 h 2843128"/>
              <a:gd name="connsiteX8" fmla="*/ 1882897 w 2126387"/>
              <a:gd name="connsiteY8" fmla="*/ 62605 h 2843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6387" h="2843128">
                <a:moveTo>
                  <a:pt x="2126387" y="0"/>
                </a:moveTo>
                <a:lnTo>
                  <a:pt x="2126387" y="1332544"/>
                </a:lnTo>
                <a:lnTo>
                  <a:pt x="2011075" y="1388096"/>
                </a:lnTo>
                <a:cubicBezTo>
                  <a:pt x="1573635" y="1625731"/>
                  <a:pt x="1276519" y="2089192"/>
                  <a:pt x="1276519" y="2621962"/>
                </a:cubicBezTo>
                <a:cubicBezTo>
                  <a:pt x="1276519" y="2670396"/>
                  <a:pt x="1278973" y="2718256"/>
                  <a:pt x="1283764" y="2765426"/>
                </a:cubicBezTo>
                <a:lnTo>
                  <a:pt x="1295625" y="2843128"/>
                </a:lnTo>
                <a:lnTo>
                  <a:pt x="11167" y="2843128"/>
                </a:lnTo>
                <a:lnTo>
                  <a:pt x="0" y="2621962"/>
                </a:lnTo>
                <a:cubicBezTo>
                  <a:pt x="0" y="1419416"/>
                  <a:pt x="791990" y="401898"/>
                  <a:pt x="1882897" y="6260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E58A4E09-B771-4D46-9BFC-C0926E6A9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484" y="2919997"/>
            <a:ext cx="4981074" cy="9384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408E3B1-DF3F-4224-80FC-BF290DFE83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13" y="3954713"/>
            <a:ext cx="3232800" cy="29016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  <a:lvl2pPr marL="457200" indent="0">
              <a:buNone/>
              <a:defRPr sz="100">
                <a:noFill/>
              </a:defRPr>
            </a:lvl2pPr>
            <a:lvl3pPr marL="914400" indent="0">
              <a:buNone/>
              <a:defRPr sz="100">
                <a:noFill/>
              </a:defRPr>
            </a:lvl3pPr>
            <a:lvl4pPr marL="1371600" indent="0">
              <a:buNone/>
              <a:defRPr sz="100">
                <a:noFill/>
              </a:defRPr>
            </a:lvl4pPr>
            <a:lvl5pPr marL="1828800" indent="0"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0" name="Rechthoek 99">
            <a:extLst>
              <a:ext uri="{FF2B5EF4-FFF2-40B4-BE49-F238E27FC236}">
                <a16:creationId xmlns:a16="http://schemas.microsoft.com/office/drawing/2014/main" id="{026C2B54-10DE-4DB0-9FBB-B49FD34D1488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1" name="Rechte verbindingslijn 100">
            <a:extLst>
              <a:ext uri="{FF2B5EF4-FFF2-40B4-BE49-F238E27FC236}">
                <a16:creationId xmlns:a16="http://schemas.microsoft.com/office/drawing/2014/main" id="{015A26D9-25E2-4D7C-9B21-59F4681390D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02" name="Tekstvak 101">
            <a:extLst>
              <a:ext uri="{FF2B5EF4-FFF2-40B4-BE49-F238E27FC236}">
                <a16:creationId xmlns:a16="http://schemas.microsoft.com/office/drawing/2014/main" id="{D0B8D6E5-78FC-4E79-8093-E330489A6E1B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03" name="Groep 102">
            <a:extLst>
              <a:ext uri="{FF2B5EF4-FFF2-40B4-BE49-F238E27FC236}">
                <a16:creationId xmlns:a16="http://schemas.microsoft.com/office/drawing/2014/main" id="{A7E55E96-C2D0-48B3-A6E7-C03FCA5AF4B0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4F1352B4-D000-4E98-BF96-1EBDD289BB0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5" name="Gelijkbenige driehoek 128">
              <a:extLst>
                <a:ext uri="{FF2B5EF4-FFF2-40B4-BE49-F238E27FC236}">
                  <a16:creationId xmlns:a16="http://schemas.microsoft.com/office/drawing/2014/main" id="{DE777BB2-0974-471B-A7BF-EBF9E4AA8F7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1FB47A5C-DC31-4E8C-99EE-57CCE70E44B2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AA5B7EC1-9BBA-4F1F-86C5-FF716A5D7C8C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08" name="Rechte verbindingslijn 107">
              <a:extLst>
                <a:ext uri="{FF2B5EF4-FFF2-40B4-BE49-F238E27FC236}">
                  <a16:creationId xmlns:a16="http://schemas.microsoft.com/office/drawing/2014/main" id="{381A1ACB-428F-4517-AF67-2FDD35C8C4E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9" name="Tekstvak 108">
            <a:extLst>
              <a:ext uri="{FF2B5EF4-FFF2-40B4-BE49-F238E27FC236}">
                <a16:creationId xmlns:a16="http://schemas.microsoft.com/office/drawing/2014/main" id="{C7AB16CC-3B2F-4637-9874-3738DEA59727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10" name="Tekstvak 109">
            <a:extLst>
              <a:ext uri="{FF2B5EF4-FFF2-40B4-BE49-F238E27FC236}">
                <a16:creationId xmlns:a16="http://schemas.microsoft.com/office/drawing/2014/main" id="{BD4EE27E-331E-452E-A625-11BC2EA3CAF4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11" name="Groep 110">
            <a:extLst>
              <a:ext uri="{FF2B5EF4-FFF2-40B4-BE49-F238E27FC236}">
                <a16:creationId xmlns:a16="http://schemas.microsoft.com/office/drawing/2014/main" id="{87AF777E-3EB7-49B1-9384-9DEB3DF60208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B2E8D27-EA47-46F9-933D-A7B19C6A5EAB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A927F2CD-64F8-43BC-863E-46A1C22AE73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3FFB8635-05FC-4BA5-A140-CA615757EF49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3" name="Rechthoek 122">
                <a:extLst>
                  <a:ext uri="{FF2B5EF4-FFF2-40B4-BE49-F238E27FC236}">
                    <a16:creationId xmlns:a16="http://schemas.microsoft.com/office/drawing/2014/main" id="{26C55860-800E-4133-8C74-89A7E7F7D544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4" name="Rechthoek 123">
                <a:extLst>
                  <a:ext uri="{FF2B5EF4-FFF2-40B4-BE49-F238E27FC236}">
                    <a16:creationId xmlns:a16="http://schemas.microsoft.com/office/drawing/2014/main" id="{8690FCBC-D37D-434C-A27C-0C8F592659D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428F1B09-7BC0-4739-8FD9-FA95461B89A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D2270932-42A6-465E-9CF2-AE4DC7B23285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7" name="Rechthoek 126">
                <a:extLst>
                  <a:ext uri="{FF2B5EF4-FFF2-40B4-BE49-F238E27FC236}">
                    <a16:creationId xmlns:a16="http://schemas.microsoft.com/office/drawing/2014/main" id="{CE20B0D9-B48B-422A-847D-AF23BF6FBAA7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8" name="Rechthoek 127">
                <a:extLst>
                  <a:ext uri="{FF2B5EF4-FFF2-40B4-BE49-F238E27FC236}">
                    <a16:creationId xmlns:a16="http://schemas.microsoft.com/office/drawing/2014/main" id="{8844DFE3-70CB-4F98-A827-86EE344DF3A7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114" name="Groep 113">
              <a:extLst>
                <a:ext uri="{FF2B5EF4-FFF2-40B4-BE49-F238E27FC236}">
                  <a16:creationId xmlns:a16="http://schemas.microsoft.com/office/drawing/2014/main" id="{6D2B3335-C2CB-4488-B19F-2AFDC1E5880C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93568914-1038-4BFB-9CBC-0A778B3FD4A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373A2D67-4500-4785-B9FF-09FA6B86DE2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B2577D0E-FC38-40FC-964B-1AD3C18AEA1A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BB8D67FD-FAEF-4AA5-BB60-0F48191B8E9C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4EEF202-722D-44E6-8F87-5F4CB453959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F82FC034-4D76-4D3D-A698-8671132292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A0E5BD98-74D7-45F2-91E6-FA905B48179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129" name="Tekstvak 128">
            <a:extLst>
              <a:ext uri="{FF2B5EF4-FFF2-40B4-BE49-F238E27FC236}">
                <a16:creationId xmlns:a16="http://schemas.microsoft.com/office/drawing/2014/main" id="{94165FBE-E5F2-4D0E-A456-ACE5117FB78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3399290711"/>
      </p:ext>
    </p:extLst>
  </p:cSld>
  <p:clrMapOvr>
    <a:masterClrMapping/>
  </p:clrMapOvr>
  <p:hf hd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>
            <a:extLst>
              <a:ext uri="{FF2B5EF4-FFF2-40B4-BE49-F238E27FC236}">
                <a16:creationId xmlns:a16="http://schemas.microsoft.com/office/drawing/2014/main" id="{0EB0BEF7-7A51-4AF5-B44C-BA4BE5376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D524C7BA-8F5A-42D6-96D4-837ADC8E1027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6F331268-3885-4EC4-8FE6-B9E4A0B87F6E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17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33">
            <a:extLst>
              <a:ext uri="{FF2B5EF4-FFF2-40B4-BE49-F238E27FC236}">
                <a16:creationId xmlns:a16="http://schemas.microsoft.com/office/drawing/2014/main" id="{87814AB9-41F7-40BF-8647-FDB9040C17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0B0AF78A-CFDF-45EA-91E2-CE2CAF4531E8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72DCC81-64A9-400B-ACBA-F381B6B9AC7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89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hoek 23">
            <a:extLst>
              <a:ext uri="{FF2B5EF4-FFF2-40B4-BE49-F238E27FC236}">
                <a16:creationId xmlns:a16="http://schemas.microsoft.com/office/drawing/2014/main" id="{292D42E4-7FA5-4464-8B14-81245AAFCA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42FEBCD2-1C7B-4302-9EC8-66F95A9E7A6C}"/>
              </a:ext>
            </a:extLst>
          </p:cNvPr>
          <p:cNvSpPr/>
          <p:nvPr/>
        </p:nvSpPr>
        <p:spPr>
          <a:xfrm rot="7786244" flipH="1" flipV="1">
            <a:off x="4061773" y="-1703090"/>
            <a:ext cx="1976529" cy="48935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1C47139E-D7F4-471E-8A2B-4D1A15BF93B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16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C7FC2D5-D9E3-473F-A8C6-B31EEF67DF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1260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C7FC2D5-D9E3-473F-A8C6-B31EEF67D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5F707CC9-8CF8-44D2-93B4-181A7099C479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DC59A54C-02E1-4A74-82E4-B0708FDBC11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0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D97D345-4962-4F7E-A5F5-274B1BF3AA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590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D97D345-4962-4F7E-A5F5-274B1BF3AA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6CD5684-C2E6-4D89-B49C-8683F82B7AAC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148FA715-82B0-43C1-8939-9D262E2BB787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37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_Table of Content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F292C25-C9F4-4555-BCBE-9E956597F4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8640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F292C25-C9F4-4555-BCBE-9E956597F4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CE4302FF-B4C8-4D37-B296-F48B7B0A1E48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88F13C7-8F91-4C5C-A916-DE8BEA02EB81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357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4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7E482F4-6C4E-4672-B9BE-FCF484C0A4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45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7E482F4-6C4E-4672-B9BE-FCF484C0A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74A94802-ABCB-4693-B6BB-6BA1B3823344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FF8BBAB-9E59-42B5-8223-87DDFA334CD0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91E60E0-1FC2-4982-A642-AD169632EE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9117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9" name="Tijdelijke aanduiding voor tekst 6">
            <a:extLst>
              <a:ext uri="{FF2B5EF4-FFF2-40B4-BE49-F238E27FC236}">
                <a16:creationId xmlns:a16="http://schemas.microsoft.com/office/drawing/2014/main" id="{1C2BBB1D-61A6-4D19-957B-C932CB58F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89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B09DD24D-7E0B-4D1B-AD33-39719705CF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2200680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FA8DCC83-98AE-468C-90E2-741B3EFB1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9847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035A987-E466-41FB-A891-10D375221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710186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AB680C88-024B-424F-8EE2-ED4177881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7976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38D45C65-C2E6-4C24-AA31-3DA161DEF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5219693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18" name="Tijdelijke aanduiding voor tekst 6">
            <a:extLst>
              <a:ext uri="{FF2B5EF4-FFF2-40B4-BE49-F238E27FC236}">
                <a16:creationId xmlns:a16="http://schemas.microsoft.com/office/drawing/2014/main" id="{B570384C-4A71-4DA5-B91E-0F075C2002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5217483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0C511C7-96B3-409B-A041-8C044B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17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5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599A0EF-4D88-4718-B39E-D6F618274A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477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599A0EF-4D88-4718-B39E-D6F618274A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hoek 13">
            <a:extLst>
              <a:ext uri="{FF2B5EF4-FFF2-40B4-BE49-F238E27FC236}">
                <a16:creationId xmlns:a16="http://schemas.microsoft.com/office/drawing/2014/main" id="{B811AA18-1656-43EE-BA32-2FB90475C8B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F9D31045-6744-4BD0-AFA1-B78E79FAAA15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4DF14E8A-3E8B-4EDA-B767-F706F57904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3600" y="66989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0C122310-07A2-4803-A0F0-51718B05AA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87890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1D757A3-6F6A-4927-A411-C14813259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3600" y="191553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F696F097-32D7-48C2-82E1-6D1A99BAC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928759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5" name="Tijdelijke aanduiding voor tekst 6">
            <a:extLst>
              <a:ext uri="{FF2B5EF4-FFF2-40B4-BE49-F238E27FC236}">
                <a16:creationId xmlns:a16="http://schemas.microsoft.com/office/drawing/2014/main" id="{11DBE0EE-24F8-41A6-ABB9-DE0D5621B5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600" y="3161169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27" name="Tijdelijke aanduiding voor tekst 6">
            <a:extLst>
              <a:ext uri="{FF2B5EF4-FFF2-40B4-BE49-F238E27FC236}">
                <a16:creationId xmlns:a16="http://schemas.microsoft.com/office/drawing/2014/main" id="{68B23351-618B-46E5-AEA9-062EDBCFD7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169627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8" name="Tijdelijke aanduiding voor tekst 6">
            <a:extLst>
              <a:ext uri="{FF2B5EF4-FFF2-40B4-BE49-F238E27FC236}">
                <a16:creationId xmlns:a16="http://schemas.microsoft.com/office/drawing/2014/main" id="{AD1464DB-4D63-46FE-84A3-9F20F7D8F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3600" y="4406804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30" name="Tijdelijke aanduiding voor tekst 6">
            <a:extLst>
              <a:ext uri="{FF2B5EF4-FFF2-40B4-BE49-F238E27FC236}">
                <a16:creationId xmlns:a16="http://schemas.microsoft.com/office/drawing/2014/main" id="{99A3893D-C7DC-4646-BB9E-6B7C635BD2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4410495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1" name="Tijdelijke aanduiding voor tekst 6">
            <a:extLst>
              <a:ext uri="{FF2B5EF4-FFF2-40B4-BE49-F238E27FC236}">
                <a16:creationId xmlns:a16="http://schemas.microsoft.com/office/drawing/2014/main" id="{54704A45-1EF0-484F-B81D-2409AB67C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3600" y="5652438"/>
            <a:ext cx="3937000" cy="495299"/>
          </a:xfrm>
          <a:prstGeom prst="rect">
            <a:avLst/>
          </a:prstGeom>
        </p:spPr>
        <p:txBody>
          <a:bodyPr lIns="0" rIns="0" anchor="b"/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33" name="Tijdelijke aanduiding voor tekst 6">
            <a:extLst>
              <a:ext uri="{FF2B5EF4-FFF2-40B4-BE49-F238E27FC236}">
                <a16:creationId xmlns:a16="http://schemas.microsoft.com/office/drawing/2014/main" id="{80D1DD23-69C4-4F3F-9241-CA358336F8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5651364"/>
            <a:ext cx="812800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888842D-915C-4706-A238-F52B943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199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_Table of Content - 6 op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794E4B2-A3DD-429A-9CE5-91DE4FAFD0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2696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794E4B2-A3DD-429A-9CE5-91DE4FAFD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hoek 15">
            <a:extLst>
              <a:ext uri="{FF2B5EF4-FFF2-40B4-BE49-F238E27FC236}">
                <a16:creationId xmlns:a16="http://schemas.microsoft.com/office/drawing/2014/main" id="{5CA179D3-E01C-43D9-B806-74C5BB2554A6}"/>
              </a:ext>
            </a:extLst>
          </p:cNvPr>
          <p:cNvSpPr/>
          <p:nvPr/>
        </p:nvSpPr>
        <p:spPr>
          <a:xfrm rot="7786244" flipH="1" flipV="1">
            <a:off x="3470245" y="-2965029"/>
            <a:ext cx="1976529" cy="643273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1EEB5305-9005-42E8-B481-2C021299C7E6}"/>
              </a:ext>
            </a:extLst>
          </p:cNvPr>
          <p:cNvSpPr/>
          <p:nvPr/>
        </p:nvSpPr>
        <p:spPr>
          <a:xfrm rot="9139577" flipH="1" flipV="1">
            <a:off x="-2914650" y="2091861"/>
            <a:ext cx="8274243" cy="8274241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4" name="Tijdelijke aanduiding voor tekst 6">
            <a:extLst>
              <a:ext uri="{FF2B5EF4-FFF2-40B4-BE49-F238E27FC236}">
                <a16:creationId xmlns:a16="http://schemas.microsoft.com/office/drawing/2014/main" id="{09D6A89B-BA0C-4DA1-A3DE-F6AC65D41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5400" y="66065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01</a:t>
            </a:r>
          </a:p>
        </p:txBody>
      </p:sp>
      <p:sp>
        <p:nvSpPr>
          <p:cNvPr id="36" name="Tijdelijke aanduiding voor tekst 6">
            <a:extLst>
              <a:ext uri="{FF2B5EF4-FFF2-40B4-BE49-F238E27FC236}">
                <a16:creationId xmlns:a16="http://schemas.microsoft.com/office/drawing/2014/main" id="{5F2A2271-6BD1-4339-BFB3-F6D3DE71D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66493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36B5A4FB-5A48-4A04-BCFD-9124FD65C7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5400" y="1647962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02</a:t>
            </a:r>
          </a:p>
        </p:txBody>
      </p:sp>
      <p:sp>
        <p:nvSpPr>
          <p:cNvPr id="41" name="Tijdelijke aanduiding voor tekst 6">
            <a:extLst>
              <a:ext uri="{FF2B5EF4-FFF2-40B4-BE49-F238E27FC236}">
                <a16:creationId xmlns:a16="http://schemas.microsoft.com/office/drawing/2014/main" id="{CCF525E0-4544-4557-94D1-DEAECA0CE1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652238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2" name="Tijdelijke aanduiding voor tekst 6">
            <a:extLst>
              <a:ext uri="{FF2B5EF4-FFF2-40B4-BE49-F238E27FC236}">
                <a16:creationId xmlns:a16="http://schemas.microsoft.com/office/drawing/2014/main" id="{E39F519A-E318-4B7C-AA10-89A1C0758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5400" y="2635267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03</a:t>
            </a:r>
          </a:p>
        </p:txBody>
      </p:sp>
      <p:sp>
        <p:nvSpPr>
          <p:cNvPr id="44" name="Tijdelijke aanduiding voor tekst 6">
            <a:extLst>
              <a:ext uri="{FF2B5EF4-FFF2-40B4-BE49-F238E27FC236}">
                <a16:creationId xmlns:a16="http://schemas.microsoft.com/office/drawing/2014/main" id="{C58ECB0F-D94D-4807-A4FA-4F16FD02FF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639543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5" name="Tijdelijke aanduiding voor tekst 6">
            <a:extLst>
              <a:ext uri="{FF2B5EF4-FFF2-40B4-BE49-F238E27FC236}">
                <a16:creationId xmlns:a16="http://schemas.microsoft.com/office/drawing/2014/main" id="{5EB21555-45D5-4F9F-B3B6-DE4D053CD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5400" y="3622571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04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1A14E9FB-857B-4A6C-82D5-B4F4043C5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3626847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D299575F-C84E-45E2-B0E1-9A31D3716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5400" y="4609874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05</a:t>
            </a:r>
          </a:p>
        </p:txBody>
      </p:sp>
      <p:sp>
        <p:nvSpPr>
          <p:cNvPr id="50" name="Tijdelijke aanduiding voor tekst 6">
            <a:extLst>
              <a:ext uri="{FF2B5EF4-FFF2-40B4-BE49-F238E27FC236}">
                <a16:creationId xmlns:a16="http://schemas.microsoft.com/office/drawing/2014/main" id="{4BD24427-9FCE-4492-9657-31165F1F6A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614150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51" name="Tijdelijke aanduiding voor tekst 6">
            <a:extLst>
              <a:ext uri="{FF2B5EF4-FFF2-40B4-BE49-F238E27FC236}">
                <a16:creationId xmlns:a16="http://schemas.microsoft.com/office/drawing/2014/main" id="{672D32A3-A2E3-46E2-9F9B-FA9AD3E3A8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5400" y="5597176"/>
            <a:ext cx="3937000" cy="495299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 marL="0" indent="0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06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A3423D5C-41B9-4A4A-8A8D-EF1D5CD431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601452"/>
            <a:ext cx="812799" cy="495299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lnSpc>
                <a:spcPct val="150000"/>
              </a:lnSpc>
              <a:buClr>
                <a:schemeClr val="accent1"/>
              </a:buClr>
              <a:buSzPct val="150000"/>
              <a:buFont typeface="+mj-lt"/>
              <a:buNone/>
              <a:defRPr sz="24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xx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C4DDB331-9356-48D2-83A6-956567F52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3" y="688964"/>
            <a:ext cx="4717263" cy="1903106"/>
          </a:xfrm>
        </p:spPr>
        <p:txBody>
          <a:bodyPr vert="horz" anchor="t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95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3018818370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533A85A-2FC9-45B2-8CDF-E90C404486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95E788A-50AD-4514-BC54-028050507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8413" y="327025"/>
            <a:ext cx="6192837" cy="6210300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FE22822F-BD4D-4845-B708-F45C72C53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873500"/>
            <a:ext cx="4573588" cy="2382838"/>
          </a:xfrm>
          <a:blipFill dpi="0" rotWithShape="1"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C45A95E-C2CC-46EA-8568-0359F1713A24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BC9316F-DE19-4F7B-9FF8-4D388DEC6454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0AFBC154-7F41-44D5-92DE-6E27A149AAF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819669DF-D7E3-4D77-82E4-9C2DBBA706BE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8564E26F-4A2E-4FBC-8126-6BCDD3E8B78C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Gelijkbenige driehoek 128">
              <a:extLst>
                <a:ext uri="{FF2B5EF4-FFF2-40B4-BE49-F238E27FC236}">
                  <a16:creationId xmlns:a16="http://schemas.microsoft.com/office/drawing/2014/main" id="{65C2DE8C-DE7D-4ECB-B620-D2B5F2DA75AC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3D33FAC-9D2E-4EB4-8480-982449AF26F5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10806B96-CA59-44C7-AADC-1D22BE410F71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C15C0B59-108B-42A3-8EAD-ED68CC63916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B0BDFA73-D4D7-4F7C-BB1F-DF3660CA56D2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B41DFDC-C49A-41E6-8174-6F7883D84782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53CED02E-F453-4DCC-B3A9-0FA96161F370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24BD2CC-5F42-44A9-A65F-7A879310DACD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08A9A0F5-E6C5-4C2F-B50C-7EEB86B35629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1E6F482-6501-4474-B9EC-10B4ABF4652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63C49633-9AE5-4A08-B118-78992F6D3840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3BE7E48A-0398-45B0-A5B0-5BBE930298B2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AB404A70-F92C-4418-8441-0538B0315BB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305AC270-A727-4B0B-B713-1200D780F5BB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A672539A-60CC-49CC-9828-DCC8CE5DC326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5EEC206-3BAE-4711-B315-F72A2FB9DBE0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7C2539D-CEB9-440B-BC0B-D83699ED6A5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FF67400B-144E-4D86-9B27-EC178C5EDC7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FE42F680-A181-4DE7-83A4-3A85435AF4F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9DD07A1E-492C-48A5-9EC6-7A16D8FC79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C2773C3-A17A-4D3A-BAD5-5A379A5F278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7FD2B9CF-86FB-420B-82C4-CAEC746FABA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C129854-2A20-4740-885B-43DF2BA3803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E49A6CDE-592B-4894-AE4A-0A755A4B890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6AE7F32-77BE-4B68-B9DE-8E3C6C9B4D09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C8BC8CF9-FA7C-4544-A54D-F44E02832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1298569"/>
      </p:ext>
    </p:extLst>
  </p:cSld>
  <p:clrMapOvr>
    <a:masterClrMapping/>
  </p:clrMapOvr>
  <p:hf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8335E-EF35-47F3-A4BD-002A445D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575" y="1796607"/>
            <a:ext cx="10002850" cy="3546454"/>
          </a:xfrm>
        </p:spPr>
        <p:txBody>
          <a:bodyPr anchor="ctr">
            <a:normAutofit/>
          </a:bodyPr>
          <a:lstStyle>
            <a:lvl1pPr algn="ctr">
              <a:defRPr sz="6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384BECF5-53E0-4E37-A2FD-4FADC16ED0E7}"/>
              </a:ext>
            </a:extLst>
          </p:cNvPr>
          <p:cNvGrpSpPr/>
          <p:nvPr/>
        </p:nvGrpSpPr>
        <p:grpSpPr>
          <a:xfrm>
            <a:off x="1094575" y="1023520"/>
            <a:ext cx="531586" cy="773087"/>
            <a:chOff x="2454442" y="-2952785"/>
            <a:chExt cx="1732547" cy="2519648"/>
          </a:xfrm>
        </p:grpSpPr>
        <p:sp>
          <p:nvSpPr>
            <p:cNvPr id="4" name="Ovaal 3">
              <a:extLst>
                <a:ext uri="{FF2B5EF4-FFF2-40B4-BE49-F238E27FC236}">
                  <a16:creationId xmlns:a16="http://schemas.microsoft.com/office/drawing/2014/main" id="{1FD1A683-AC9F-4D9B-911F-D563439442EA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B0E219F1-4B1E-4B96-B178-3A95476D3A3F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60CFD971-2A05-45CC-A0AB-0444E44BF3B9}"/>
              </a:ext>
            </a:extLst>
          </p:cNvPr>
          <p:cNvGrpSpPr/>
          <p:nvPr/>
        </p:nvGrpSpPr>
        <p:grpSpPr>
          <a:xfrm>
            <a:off x="1690733" y="1023520"/>
            <a:ext cx="531586" cy="773087"/>
            <a:chOff x="2454442" y="-2952785"/>
            <a:chExt cx="1732547" cy="2519648"/>
          </a:xfrm>
        </p:grpSpPr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69F4864-4BF5-4942-979C-BB35A3A6E6CE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D62331D1-0A42-401C-9504-E8CAD678C004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19" name="Groep 18">
            <a:extLst>
              <a:ext uri="{FF2B5EF4-FFF2-40B4-BE49-F238E27FC236}">
                <a16:creationId xmlns:a16="http://schemas.microsoft.com/office/drawing/2014/main" id="{16FDBB5D-B5ED-426A-9A8F-1B88526E57AF}"/>
              </a:ext>
            </a:extLst>
          </p:cNvPr>
          <p:cNvGrpSpPr/>
          <p:nvPr/>
        </p:nvGrpSpPr>
        <p:grpSpPr>
          <a:xfrm rot="10800000">
            <a:off x="9969681" y="5101560"/>
            <a:ext cx="531586" cy="773087"/>
            <a:chOff x="2454442" y="-2952785"/>
            <a:chExt cx="1732547" cy="2519648"/>
          </a:xfrm>
        </p:grpSpPr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835B65F9-201C-4194-8AD5-08E04775D194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58631D9-427E-4740-8713-DB7F718CE615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22" name="Groep 21">
            <a:extLst>
              <a:ext uri="{FF2B5EF4-FFF2-40B4-BE49-F238E27FC236}">
                <a16:creationId xmlns:a16="http://schemas.microsoft.com/office/drawing/2014/main" id="{3B7D35E9-F615-4E7F-BEAF-23F733506A1A}"/>
              </a:ext>
            </a:extLst>
          </p:cNvPr>
          <p:cNvGrpSpPr/>
          <p:nvPr/>
        </p:nvGrpSpPr>
        <p:grpSpPr>
          <a:xfrm rot="10800000">
            <a:off x="10565839" y="5101560"/>
            <a:ext cx="531586" cy="773087"/>
            <a:chOff x="2454442" y="-2952785"/>
            <a:chExt cx="1732547" cy="2519648"/>
          </a:xfrm>
        </p:grpSpPr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C504B5E6-19FB-4DC9-9A16-DB90184C8556}"/>
                </a:ext>
              </a:extLst>
            </p:cNvPr>
            <p:cNvSpPr/>
            <p:nvPr userDrawn="1"/>
          </p:nvSpPr>
          <p:spPr>
            <a:xfrm>
              <a:off x="2454442" y="-2165684"/>
              <a:ext cx="1732547" cy="17325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6B985C3-453D-47A3-AA54-361E2653BCAE}"/>
                </a:ext>
              </a:extLst>
            </p:cNvPr>
            <p:cNvSpPr/>
            <p:nvPr userDrawn="1"/>
          </p:nvSpPr>
          <p:spPr>
            <a:xfrm rot="2698839">
              <a:off x="3128815" y="-2952785"/>
              <a:ext cx="594258" cy="150385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88160599"/>
      </p:ext>
    </p:extLst>
  </p:cSld>
  <p:clrMapOvr>
    <a:masterClrMapping/>
  </p:clrMapOvr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998802"/>
      </p:ext>
    </p:extLst>
  </p:cSld>
  <p:clrMapOvr>
    <a:masterClrMapping/>
  </p:clrMapOvr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198223"/>
      </p:ext>
    </p:extLst>
  </p:cSld>
  <p:clrMapOvr>
    <a:masterClrMapping/>
  </p:clrMapOvr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225AFBF-F52A-49C8-B0CD-DF61A26CB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005" y="1473072"/>
            <a:ext cx="9901989" cy="50887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16720" y="1676350"/>
            <a:ext cx="7953712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702496"/>
      </p:ext>
    </p:extLst>
  </p:cSld>
  <p:clrMapOvr>
    <a:masterClrMapping/>
  </p:clrMapOvr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Laptop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7F96CD-2764-450F-AA30-67B24BB8745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673"/>
          <a:stretch/>
        </p:blipFill>
        <p:spPr>
          <a:xfrm>
            <a:off x="0" y="1489416"/>
            <a:ext cx="6420704" cy="5087798"/>
          </a:xfrm>
          <a:prstGeom prst="rect">
            <a:avLst/>
          </a:prstGeom>
        </p:spPr>
      </p:pic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EA2B5F-3320-4048-A85F-884DB5155C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689325"/>
            <a:ext cx="5418636" cy="451167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C975905F-291D-41F4-9D20-E9836EEE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57011"/>
            <a:ext cx="5257800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6452890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shot_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97A6CC3C-00A7-481A-8B6F-8235AD2C90F4}"/>
              </a:ext>
            </a:extLst>
          </p:cNvPr>
          <p:cNvSpPr/>
          <p:nvPr/>
        </p:nvSpPr>
        <p:spPr>
          <a:xfrm rot="6016460">
            <a:off x="584673" y="1723641"/>
            <a:ext cx="1467460" cy="63457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53F8D9-64D3-450A-AC91-52966B910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737284" y="588008"/>
            <a:ext cx="4717431" cy="6858000"/>
          </a:xfrm>
          <a:prstGeom prst="rect">
            <a:avLst/>
          </a:prstGeom>
        </p:spPr>
      </p:pic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3B70AD41-2802-48D5-9D0D-573AD63EBD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21073" y="1852863"/>
            <a:ext cx="6551528" cy="4331553"/>
          </a:xfrm>
          <a:prstGeom prst="roundRect">
            <a:avLst>
              <a:gd name="adj" fmla="val 8612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465728"/>
      </p:ext>
    </p:extLst>
  </p:cSld>
  <p:clrMapOvr>
    <a:masterClrMapping/>
  </p:clrMapOvr>
  <p:hf hd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357BF-4995-47EA-844F-0CB0BA3F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4E7DFD-9748-436D-AFF6-A5003684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9B3BEF7-3220-4C7E-A8E8-F0E0AEDAEC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569" y="1457011"/>
            <a:ext cx="5070231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098399"/>
      </p:ext>
    </p:extLst>
  </p:cSld>
  <p:clrMapOvr>
    <a:masterClrMapping/>
  </p:clrMapOvr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3367077"/>
            <a:ext cx="3397250" cy="1858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2358033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47" name="Tijdelijke aanduiding voor tekst 6">
            <a:extLst>
              <a:ext uri="{FF2B5EF4-FFF2-40B4-BE49-F238E27FC236}">
                <a16:creationId xmlns:a16="http://schemas.microsoft.com/office/drawing/2014/main" id="{6B1E8691-7399-49D0-9AE6-FB4346EE2A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80646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ijdelijke aanduiding voor tekst 6">
            <a:extLst>
              <a:ext uri="{FF2B5EF4-FFF2-40B4-BE49-F238E27FC236}">
                <a16:creationId xmlns:a16="http://schemas.microsoft.com/office/drawing/2014/main" id="{EBC2D348-238B-4490-BD89-4C2A5A6B59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 rot="5400000">
            <a:off x="6382813" y="3694154"/>
            <a:ext cx="30132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1632699"/>
      </p:ext>
    </p:extLst>
  </p:cSld>
  <p:clrMapOvr>
    <a:masterClrMapping/>
  </p:clrMapOvr>
  <p:hf hd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4721C80A-4146-4B4E-B6F1-6BD31C89D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6" name="Tijdelijke aanduiding voor afbeelding 14">
            <a:extLst>
              <a:ext uri="{FF2B5EF4-FFF2-40B4-BE49-F238E27FC236}">
                <a16:creationId xmlns:a16="http://schemas.microsoft.com/office/drawing/2014/main" id="{B270BD3D-D644-487E-95D4-E6E989838DC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84802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F8D0FABD-11FD-446C-BB12-993BC56A8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2613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18" name="Tijdelijke aanduiding voor afbeelding 14">
            <a:extLst>
              <a:ext uri="{FF2B5EF4-FFF2-40B4-BE49-F238E27FC236}">
                <a16:creationId xmlns:a16="http://schemas.microsoft.com/office/drawing/2014/main" id="{C8CDFCB2-1365-455F-8EC0-769BDA39F5B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649215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FEC90EB4-569C-4A1B-87DE-40734E1F8E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67026" y="2651729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20" name="Tijdelijke aanduiding voor afbeelding 14">
            <a:extLst>
              <a:ext uri="{FF2B5EF4-FFF2-40B4-BE49-F238E27FC236}">
                <a16:creationId xmlns:a16="http://schemas.microsoft.com/office/drawing/2014/main" id="{4DD2E1FC-778E-427A-81C1-D71076F6A77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13628" y="1594334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Tijdelijke aanduiding voor tekst 3">
            <a:extLst>
              <a:ext uri="{FF2B5EF4-FFF2-40B4-BE49-F238E27FC236}">
                <a16:creationId xmlns:a16="http://schemas.microsoft.com/office/drawing/2014/main" id="{1DF1C92D-FD08-4482-8F41-EA3FC5158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200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48" name="Tijdelijke aanduiding voor afbeelding 14">
            <a:extLst>
              <a:ext uri="{FF2B5EF4-FFF2-40B4-BE49-F238E27FC236}">
                <a16:creationId xmlns:a16="http://schemas.microsoft.com/office/drawing/2014/main" id="{C17446A0-1544-44A5-8E99-2C973E21CD0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084802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9" name="Tijdelijke aanduiding voor tekst 3">
            <a:extLst>
              <a:ext uri="{FF2B5EF4-FFF2-40B4-BE49-F238E27FC236}">
                <a16:creationId xmlns:a16="http://schemas.microsoft.com/office/drawing/2014/main" id="{FC38250E-3176-4A8F-B2CE-EF88457E07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02613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0" name="Tijdelijke aanduiding voor afbeelding 14">
            <a:extLst>
              <a:ext uri="{FF2B5EF4-FFF2-40B4-BE49-F238E27FC236}">
                <a16:creationId xmlns:a16="http://schemas.microsoft.com/office/drawing/2014/main" id="{6435E2B5-9F52-480C-BE4F-71B56CE519B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649215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1" name="Tijdelijke aanduiding voor tekst 3">
            <a:extLst>
              <a:ext uri="{FF2B5EF4-FFF2-40B4-BE49-F238E27FC236}">
                <a16:creationId xmlns:a16="http://schemas.microsoft.com/office/drawing/2014/main" id="{A76D1AFA-BF19-4037-A5E5-B65C31B7AC5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67026" y="5006114"/>
            <a:ext cx="3397250" cy="994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nl-NL" sz="1800" smtClean="0">
                <a:solidFill>
                  <a:schemeClr val="tx1"/>
                </a:solidFill>
                <a:latin typeface="+mn-lt"/>
              </a:defRPr>
            </a:lvl1pPr>
            <a:lvl2pPr marL="1714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2pPr>
            <a:lvl3pPr marL="628650" indent="0">
              <a:buFont typeface="Arial" panose="020B0604020202020204" pitchFamily="34" charset="0"/>
              <a:buNone/>
              <a:defRPr lang="nl-NL" sz="1800" smtClean="0">
                <a:solidFill>
                  <a:schemeClr val="tx2"/>
                </a:solidFill>
                <a:latin typeface="+mn-lt"/>
              </a:defRPr>
            </a:lvl3pPr>
            <a:lvl4pPr marL="1085850" indent="0">
              <a:buFont typeface="Arial" panose="020B0604020202020204" pitchFamily="34" charset="0"/>
              <a:buNone/>
              <a:defRPr lang="nl-NL" smtClean="0">
                <a:solidFill>
                  <a:schemeClr val="tx2"/>
                </a:solidFill>
                <a:latin typeface="+mn-lt"/>
              </a:defRPr>
            </a:lvl4pPr>
            <a:lvl5pPr marL="1543050" indent="0">
              <a:buFont typeface="Arial" panose="020B0604020202020204" pitchFamily="34" charset="0"/>
              <a:buNone/>
              <a:defRPr lang="en-GB">
                <a:solidFill>
                  <a:schemeClr val="tx2"/>
                </a:solidFill>
                <a:latin typeface="+mn-lt"/>
              </a:defRPr>
            </a:lvl5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52" name="Tijdelijke aanduiding voor afbeelding 14">
            <a:extLst>
              <a:ext uri="{FF2B5EF4-FFF2-40B4-BE49-F238E27FC236}">
                <a16:creationId xmlns:a16="http://schemas.microsoft.com/office/drawing/2014/main" id="{53CC7C3C-032E-43BD-BB3C-D74EE27377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213628" y="3948719"/>
            <a:ext cx="904047" cy="90104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3" name="Tijdelijke aanduiding voor tekst 6">
            <a:extLst>
              <a:ext uri="{FF2B5EF4-FFF2-40B4-BE49-F238E27FC236}">
                <a16:creationId xmlns:a16="http://schemas.microsoft.com/office/drawing/2014/main" id="{800F98BF-369C-4277-8D9A-303DBB03CB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2048329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ijdelijke aanduiding voor tekst 6">
            <a:extLst>
              <a:ext uri="{FF2B5EF4-FFF2-40B4-BE49-F238E27FC236}">
                <a16:creationId xmlns:a16="http://schemas.microsoft.com/office/drawing/2014/main" id="{6BCDBB89-288D-4C7B-A937-F4AFF9D21F3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rot="5400000">
            <a:off x="5597444" y="3720927"/>
            <a:ext cx="4572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ijdelijke aanduiding voor tekst 6">
            <a:extLst>
              <a:ext uri="{FF2B5EF4-FFF2-40B4-BE49-F238E27FC236}">
                <a16:creationId xmlns:a16="http://schemas.microsoft.com/office/drawing/2014/main" id="{60BE33B4-DA0A-48B0-A7F8-49064C4383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38200" y="3715100"/>
            <a:ext cx="10548000" cy="18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568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750"/>
                            </p:stCondLst>
                            <p:childTnLst>
                              <p:par>
                                <p:cTn id="7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1" animBg="1"/>
      <p:bldP spid="16" grpId="0"/>
      <p:bldP spid="1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/>
      <p:bldP spid="18" grpId="0"/>
      <p:bldP spid="1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1" animBg="1"/>
      <p:bldP spid="20" grpId="0"/>
      <p:bldP spid="47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1" animBg="1"/>
      <p:bldP spid="48" grpId="0"/>
      <p:bldP spid="49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1" animBg="1"/>
      <p:bldP spid="50" grpId="0"/>
      <p:bldP spid="51" grpId="0" animBg="1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1" animBg="1"/>
      <p:bldP spid="52" grpId="0"/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3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0239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9613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68988" y="3641147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9" name="Tijdelijke aanduiding voor SmartArt 8">
            <a:extLst>
              <a:ext uri="{FF2B5EF4-FFF2-40B4-BE49-F238E27FC236}">
                <a16:creationId xmlns:a16="http://schemas.microsoft.com/office/drawing/2014/main" id="{7EA68BE6-457C-44F1-BBED-89A509124CD4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90588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20231F53-AF66-41C3-ABB3-C7460725331E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4779613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3C023902-C8F0-4389-87F8-8863FE2847C9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8668639" y="2121897"/>
            <a:ext cx="1636712" cy="16367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FF061F-973B-46E1-9F05-CF9B8C95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88A1D2B-F104-45FD-AA41-6BCC37C2B0C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C99B72F-0E3D-4DC7-AB27-B4A6D5F7EE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02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2FDC2CED-B505-4674-B170-D2D189C039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9613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381B417B-E310-4277-947B-72D4B36230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668639" y="4907947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55600"/>
      </p:ext>
    </p:extLst>
  </p:cSld>
  <p:clrMapOvr>
    <a:masterClrMapping/>
  </p:clrMapOvr>
  <p:transition spd="slow">
    <p:cover/>
  </p:transition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enslide_4_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4D55077-9C2C-4B97-86F5-DF09E316D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23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1 toe te voegen</a:t>
            </a:r>
            <a:endParaRPr lang="en-BE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4E08617D-D4DF-44AA-B90A-CF03870C0F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461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2 toe te voegen</a:t>
            </a:r>
            <a:endParaRPr lang="en-BE" dirty="0"/>
          </a:p>
        </p:txBody>
      </p:sp>
      <p:sp>
        <p:nvSpPr>
          <p:cNvPr id="17" name="Tijdelijke aanduiding voor tekst 5">
            <a:extLst>
              <a:ext uri="{FF2B5EF4-FFF2-40B4-BE49-F238E27FC236}">
                <a16:creationId xmlns:a16="http://schemas.microsoft.com/office/drawing/2014/main" id="{0F472A18-073F-455F-A5E1-EE1B3FCC1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3699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3 toe te voegen</a:t>
            </a:r>
            <a:endParaRPr lang="en-BE" dirty="0"/>
          </a:p>
        </p:txBody>
      </p:sp>
      <p:sp>
        <p:nvSpPr>
          <p:cNvPr id="14" name="Tijdelijke aanduiding voor tekst 5">
            <a:extLst>
              <a:ext uri="{FF2B5EF4-FFF2-40B4-BE49-F238E27FC236}">
                <a16:creationId xmlns:a16="http://schemas.microsoft.com/office/drawing/2014/main" id="{441213FE-5658-4442-A2B2-CC99883698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9936" y="3429000"/>
            <a:ext cx="2655000" cy="1028700"/>
          </a:xfrm>
          <a:prstGeom prst="rect">
            <a:avLst/>
          </a:prstGeom>
        </p:spPr>
        <p:txBody>
          <a:bodyPr lIns="0" rIns="0" anchor="b"/>
          <a:lstStyle>
            <a:lvl1pPr marL="0" indent="0">
              <a:buNone/>
              <a:defRPr sz="1800" b="1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nl-BE" dirty="0"/>
              <a:t>Klik hier om de titel van item 4 toe te voegen</a:t>
            </a:r>
            <a:endParaRPr lang="en-BE" dirty="0"/>
          </a:p>
        </p:txBody>
      </p:sp>
      <p:sp>
        <p:nvSpPr>
          <p:cNvPr id="25" name="Tijdelijke aanduiding voor SmartArt 8">
            <a:extLst>
              <a:ext uri="{FF2B5EF4-FFF2-40B4-BE49-F238E27FC236}">
                <a16:creationId xmlns:a16="http://schemas.microsoft.com/office/drawing/2014/main" id="{77A7708E-4C93-416F-B577-F344F26B89FE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1223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/>
            </a:lvl1pPr>
          </a:lstStyle>
          <a:p>
            <a:r>
              <a:rPr lang="en-GB" dirty="0" err="1"/>
              <a:t>Icoon</a:t>
            </a:r>
            <a:r>
              <a:rPr lang="en-GB" dirty="0"/>
              <a:t> 1</a:t>
            </a:r>
            <a:endParaRPr lang="en-BE" dirty="0"/>
          </a:p>
        </p:txBody>
      </p:sp>
      <p:sp>
        <p:nvSpPr>
          <p:cNvPr id="26" name="Tijdelijke aanduiding voor SmartArt 8">
            <a:extLst>
              <a:ext uri="{FF2B5EF4-FFF2-40B4-BE49-F238E27FC236}">
                <a16:creationId xmlns:a16="http://schemas.microsoft.com/office/drawing/2014/main" id="{90301D7C-51EF-4D1C-B3D1-362270B1ADEB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3397461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2</a:t>
            </a:r>
            <a:endParaRPr lang="en-BE" dirty="0"/>
          </a:p>
        </p:txBody>
      </p:sp>
      <p:sp>
        <p:nvSpPr>
          <p:cNvPr id="27" name="Tijdelijke aanduiding voor SmartArt 8">
            <a:extLst>
              <a:ext uri="{FF2B5EF4-FFF2-40B4-BE49-F238E27FC236}">
                <a16:creationId xmlns:a16="http://schemas.microsoft.com/office/drawing/2014/main" id="{7B0608B4-8F8C-46DB-BC9C-8A2835A6941F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6313697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3</a:t>
            </a:r>
            <a:endParaRPr lang="en-BE" dirty="0"/>
          </a:p>
        </p:txBody>
      </p:sp>
      <p:sp>
        <p:nvSpPr>
          <p:cNvPr id="28" name="Tijdelijke aanduiding voor SmartArt 8">
            <a:extLst>
              <a:ext uri="{FF2B5EF4-FFF2-40B4-BE49-F238E27FC236}">
                <a16:creationId xmlns:a16="http://schemas.microsoft.com/office/drawing/2014/main" id="{FF6B0AA1-8DA3-4E64-83FE-C8BB46931189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229935" y="2243336"/>
            <a:ext cx="1337843" cy="13378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r>
              <a:rPr lang="en-GB" dirty="0" err="1"/>
              <a:t>Icoon</a:t>
            </a:r>
            <a:r>
              <a:rPr lang="en-GB" dirty="0"/>
              <a:t> 4</a:t>
            </a:r>
            <a:endParaRPr lang="en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5DF763-B9D1-4272-995B-47A53DE5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A149E6-758D-4404-8B20-0C8C2C32DA8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58820E1A-3786-4CAD-B96A-1BC760EF6E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1223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7BE5CD57-BE93-483F-B226-F026848287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97461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jdelijke aanduiding voor tekst 6">
            <a:extLst>
              <a:ext uri="{FF2B5EF4-FFF2-40B4-BE49-F238E27FC236}">
                <a16:creationId xmlns:a16="http://schemas.microsoft.com/office/drawing/2014/main" id="{3E82F6D0-80D6-4BC6-B583-C40D971A2BC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697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jdelijke aanduiding voor tekst 6">
            <a:extLst>
              <a:ext uri="{FF2B5EF4-FFF2-40B4-BE49-F238E27FC236}">
                <a16:creationId xmlns:a16="http://schemas.microsoft.com/office/drawing/2014/main" id="{458AAC12-4F15-4C93-B6B0-8713A40D12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28036" y="4722800"/>
            <a:ext cx="612000" cy="5400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71268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/>
      <p:bldP spid="26" grpId="0"/>
      <p:bldP spid="27" grpId="0"/>
      <p:bldP spid="28" grpId="0"/>
    </p:bldLst>
  </p:timing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164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pos="167">
          <p15:clr>
            <a:srgbClr val="FBAE40"/>
          </p15:clr>
        </p15:guide>
        <p15:guide id="6" pos="7515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564B005D-026A-4009-A1C9-F060099E946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880886" y="620268"/>
            <a:ext cx="5311115" cy="6237732"/>
          </a:xfrm>
          <a:custGeom>
            <a:avLst/>
            <a:gdLst>
              <a:gd name="connsiteX0" fmla="*/ 3479059 w 5311115"/>
              <a:gd name="connsiteY0" fmla="*/ 1657322 h 6237732"/>
              <a:gd name="connsiteX1" fmla="*/ 1657222 w 5311115"/>
              <a:gd name="connsiteY1" fmla="*/ 3479060 h 6237732"/>
              <a:gd name="connsiteX2" fmla="*/ 3479059 w 5311115"/>
              <a:gd name="connsiteY2" fmla="*/ 5300698 h 6237732"/>
              <a:gd name="connsiteX3" fmla="*/ 3479059 w 5311115"/>
              <a:gd name="connsiteY3" fmla="*/ 5300797 h 6237732"/>
              <a:gd name="connsiteX4" fmla="*/ 5300997 w 5311115"/>
              <a:gd name="connsiteY4" fmla="*/ 3479160 h 6237732"/>
              <a:gd name="connsiteX5" fmla="*/ 3479059 w 5311115"/>
              <a:gd name="connsiteY5" fmla="*/ 1657322 h 6237732"/>
              <a:gd name="connsiteX6" fmla="*/ 3479059 w 5311115"/>
              <a:gd name="connsiteY6" fmla="*/ 0 h 6237732"/>
              <a:gd name="connsiteX7" fmla="*/ 5137377 w 5311115"/>
              <a:gd name="connsiteY7" fmla="*/ 419837 h 6237732"/>
              <a:gd name="connsiteX8" fmla="*/ 5311115 w 5311115"/>
              <a:gd name="connsiteY8" fmla="*/ 525376 h 6237732"/>
              <a:gd name="connsiteX9" fmla="*/ 5311115 w 5311115"/>
              <a:gd name="connsiteY9" fmla="*/ 6237732 h 6237732"/>
              <a:gd name="connsiteX10" fmla="*/ 1365066 w 5311115"/>
              <a:gd name="connsiteY10" fmla="*/ 6237732 h 6237732"/>
              <a:gd name="connsiteX11" fmla="*/ 1265958 w 5311115"/>
              <a:gd name="connsiteY11" fmla="*/ 6163623 h 6237732"/>
              <a:gd name="connsiteX12" fmla="*/ 0 w 5311115"/>
              <a:gd name="connsiteY12" fmla="*/ 3479060 h 6237732"/>
              <a:gd name="connsiteX13" fmla="*/ 3479059 w 5311115"/>
              <a:gd name="connsiteY13" fmla="*/ 0 h 62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11115" h="6237732">
                <a:moveTo>
                  <a:pt x="3479059" y="1657322"/>
                </a:moveTo>
                <a:cubicBezTo>
                  <a:pt x="2473306" y="1657322"/>
                  <a:pt x="1657222" y="2473006"/>
                  <a:pt x="1657222" y="3479060"/>
                </a:cubicBezTo>
                <a:cubicBezTo>
                  <a:pt x="1657222" y="4485113"/>
                  <a:pt x="2472907" y="5300698"/>
                  <a:pt x="3479059" y="5300698"/>
                </a:cubicBezTo>
                <a:lnTo>
                  <a:pt x="3479059" y="5300797"/>
                </a:lnTo>
                <a:cubicBezTo>
                  <a:pt x="4484813" y="5300797"/>
                  <a:pt x="5300997" y="4485313"/>
                  <a:pt x="5300997" y="3479160"/>
                </a:cubicBezTo>
                <a:cubicBezTo>
                  <a:pt x="5300997" y="2473006"/>
                  <a:pt x="4484813" y="1657322"/>
                  <a:pt x="3479059" y="1657322"/>
                </a:cubicBezTo>
                <a:close/>
                <a:moveTo>
                  <a:pt x="3479059" y="0"/>
                </a:moveTo>
                <a:cubicBezTo>
                  <a:pt x="4079517" y="0"/>
                  <a:pt x="4644430" y="152080"/>
                  <a:pt x="5137377" y="419837"/>
                </a:cubicBezTo>
                <a:lnTo>
                  <a:pt x="5311115" y="525376"/>
                </a:lnTo>
                <a:lnTo>
                  <a:pt x="5311115" y="6237732"/>
                </a:lnTo>
                <a:lnTo>
                  <a:pt x="1365066" y="6237732"/>
                </a:lnTo>
                <a:lnTo>
                  <a:pt x="1265958" y="6163623"/>
                </a:lnTo>
                <a:cubicBezTo>
                  <a:pt x="492770" y="5525546"/>
                  <a:pt x="0" y="4559884"/>
                  <a:pt x="0" y="3479060"/>
                </a:cubicBezTo>
                <a:cubicBezTo>
                  <a:pt x="0" y="1557596"/>
                  <a:pt x="1557495" y="0"/>
                  <a:pt x="347905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95E17B-E737-4096-99C9-0451D1B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40D5EB6-FBA0-4EA7-ACF6-D6C74608F9A7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DB8D380-677B-4067-B9EA-06265661870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468C8959-23F6-4F96-A2A1-8F78D91D4C8D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EB065485-B5A1-436A-AB30-54425CB945D5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0BA605C-C823-4D84-9841-C64CD09A43F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2" name="Gelijkbenige driehoek 128">
              <a:extLst>
                <a:ext uri="{FF2B5EF4-FFF2-40B4-BE49-F238E27FC236}">
                  <a16:creationId xmlns:a16="http://schemas.microsoft.com/office/drawing/2014/main" id="{E12DA186-BD6A-44A5-ADC2-75EA3069D2E5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13B1191-9A6D-49EF-B404-E07DB981F804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9280CCBD-226E-4C5C-8F78-EF8564DE5BC0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56523900-8DEC-4BBF-B9EB-8F75D5CB6EAB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" name="Tekstvak 25">
            <a:extLst>
              <a:ext uri="{FF2B5EF4-FFF2-40B4-BE49-F238E27FC236}">
                <a16:creationId xmlns:a16="http://schemas.microsoft.com/office/drawing/2014/main" id="{EDC5C693-428B-41C3-8FB6-AEBB257420DD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CA8390E2-F185-4784-A39C-01C03DC40878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37D01ED-004D-40CF-BADB-28147A11D67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6BE87C36-7656-4DD7-87D4-EFAF504677F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F087791E-66F8-42C1-87ED-30D079539B01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B5E8616-C8AB-4EC8-85FF-BE85055BEFB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F02B6429-D8EE-4EB5-BF26-CD0FB5A9A9E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25F2EE1C-C904-43AF-A415-25D9800C3E6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F8259500-AA88-4666-9B83-1274922BD7AD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7C64C96-971F-49B0-8FDE-E9D4729200A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CAF722A-5C45-470E-9379-BEC2BFA1306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744D17F6-3CEC-49D5-8B2A-1B00913BEB7D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EFE574FC-96FC-428C-9483-1F371D9A0A9A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245EF99-9947-488F-9EED-09E3F52FCBA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0E5E601F-31FC-4034-A283-58BAFF99605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545EC63-EC85-4C99-8D56-0EE44089A0B1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F03A67E0-C029-49B8-9913-D003231CD6CA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313FB65C-37DC-49CF-B5E4-01F4D55A9E06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48B9E082-D3FC-4741-83E7-43560004D293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CD3CBAC3-04E2-4B52-A3BD-FD5B876ACB54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6" name="Tekstvak 45">
            <a:extLst>
              <a:ext uri="{FF2B5EF4-FFF2-40B4-BE49-F238E27FC236}">
                <a16:creationId xmlns:a16="http://schemas.microsoft.com/office/drawing/2014/main" id="{C693B104-527C-4E84-83C7-DB4DDE482DDC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C90C2C1-DDED-4C58-967D-A8278F1C04A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dataMinds Connect 2019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6AC55C-1262-4599-9A1B-E4959862914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Tijdelijke aanduiding voor inhoud 2">
            <a:extLst>
              <a:ext uri="{FF2B5EF4-FFF2-40B4-BE49-F238E27FC236}">
                <a16:creationId xmlns:a16="http://schemas.microsoft.com/office/drawing/2014/main" id="{A289276E-6A72-4766-8D3D-3BC956E89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5558929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551234"/>
      </p:ext>
    </p:extLst>
  </p:cSld>
  <p:clrMapOvr>
    <a:masterClrMapping/>
  </p:clrMapOvr>
  <p:hf hd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0F41E96E-9C38-4D23-B21C-C859623D0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502" y="0"/>
            <a:ext cx="6737498" cy="6858000"/>
          </a:xfrm>
          <a:custGeom>
            <a:avLst/>
            <a:gdLst>
              <a:gd name="connsiteX0" fmla="*/ 3974805 w 6737498"/>
              <a:gd name="connsiteY0" fmla="*/ 0 h 6858000"/>
              <a:gd name="connsiteX1" fmla="*/ 6503150 w 6737498"/>
              <a:gd name="connsiteY1" fmla="*/ 907326 h 6858000"/>
              <a:gd name="connsiteX2" fmla="*/ 6737498 w 6737498"/>
              <a:gd name="connsiteY2" fmla="*/ 1120239 h 6858000"/>
              <a:gd name="connsiteX3" fmla="*/ 6737498 w 6737498"/>
              <a:gd name="connsiteY3" fmla="*/ 6826511 h 6858000"/>
              <a:gd name="connsiteX4" fmla="*/ 6702839 w 6737498"/>
              <a:gd name="connsiteY4" fmla="*/ 6858000 h 6858000"/>
              <a:gd name="connsiteX5" fmla="*/ 1246772 w 6737498"/>
              <a:gd name="connsiteY5" fmla="*/ 6858000 h 6858000"/>
              <a:gd name="connsiteX6" fmla="*/ 1164194 w 6737498"/>
              <a:gd name="connsiteY6" fmla="*/ 6782976 h 6858000"/>
              <a:gd name="connsiteX7" fmla="*/ 0 w 6737498"/>
              <a:gd name="connsiteY7" fmla="*/ 3973375 h 6858000"/>
              <a:gd name="connsiteX8" fmla="*/ 3974805 w 6737498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37498" h="6858000">
                <a:moveTo>
                  <a:pt x="3974805" y="0"/>
                </a:moveTo>
                <a:cubicBezTo>
                  <a:pt x="4935216" y="0"/>
                  <a:pt x="5816069" y="340501"/>
                  <a:pt x="6503150" y="907326"/>
                </a:cubicBezTo>
                <a:lnTo>
                  <a:pt x="6737498" y="1120239"/>
                </a:lnTo>
                <a:lnTo>
                  <a:pt x="6737498" y="6826511"/>
                </a:lnTo>
                <a:lnTo>
                  <a:pt x="6702839" y="6858000"/>
                </a:lnTo>
                <a:lnTo>
                  <a:pt x="1246772" y="6858000"/>
                </a:lnTo>
                <a:lnTo>
                  <a:pt x="1164194" y="6782976"/>
                </a:lnTo>
                <a:cubicBezTo>
                  <a:pt x="444896" y="6063936"/>
                  <a:pt x="0" y="5070592"/>
                  <a:pt x="0" y="3973375"/>
                </a:cubicBezTo>
                <a:cubicBezTo>
                  <a:pt x="0" y="1778941"/>
                  <a:pt x="1779581" y="0"/>
                  <a:pt x="397480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E71A256E-2C27-4C14-9B49-1AA51FCF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57011"/>
            <a:ext cx="4477377" cy="4719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5C2C65A-2658-4560-A6BE-86CB6EDD6AFB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F62A4FBC-8872-485A-A7BD-85401237E3D4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7" name="Tekstvak 6">
            <a:extLst>
              <a:ext uri="{FF2B5EF4-FFF2-40B4-BE49-F238E27FC236}">
                <a16:creationId xmlns:a16="http://schemas.microsoft.com/office/drawing/2014/main" id="{7AA57C24-9FB9-467D-AF59-4E9D256E6FA2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71F4A9A2-703C-4C76-9C73-18B866404F1E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46EFB43F-30C6-44C2-9898-82EB22841CAE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0" name="Gelijkbenige driehoek 128">
              <a:extLst>
                <a:ext uri="{FF2B5EF4-FFF2-40B4-BE49-F238E27FC236}">
                  <a16:creationId xmlns:a16="http://schemas.microsoft.com/office/drawing/2014/main" id="{415C6E54-6AF1-4BF2-9BA8-26E0725050F7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BCE79456-4827-427E-9158-03DAD897BED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E7C3B5D-2B57-4C75-B2E9-2B87C4AABC36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AB937567-3D0A-4DF2-A7D2-29E70B21EB16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kstvak 15">
            <a:extLst>
              <a:ext uri="{FF2B5EF4-FFF2-40B4-BE49-F238E27FC236}">
                <a16:creationId xmlns:a16="http://schemas.microsoft.com/office/drawing/2014/main" id="{0E4A9D28-47D5-4922-ABA9-D10A4926236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165B6BD-DD72-48BF-BE51-39C303B2B996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18" name="Groep 17">
            <a:extLst>
              <a:ext uri="{FF2B5EF4-FFF2-40B4-BE49-F238E27FC236}">
                <a16:creationId xmlns:a16="http://schemas.microsoft.com/office/drawing/2014/main" id="{B00BC30B-C7D5-4C82-AD3A-F1B2CFE7B59D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6C27C000-5449-4AD2-8563-3CD67B4FC766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5EAD29E0-D525-4D9F-8587-1517F9A8990D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84511C47-EDB9-4724-96C6-A32B1B8CD9F2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FE8A6093-9236-4BBF-8701-52BD2D2FC632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ABC9A642-744E-4237-B834-8AB17A6919B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B73B35C3-CE5E-40D7-9F78-9DAF625341E4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1C089379-583F-43EA-A359-DDD8F55C9DFE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5DCE39B3-1A99-4F03-ABFA-22EBB8A0967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BAC4910C-84C1-4BB3-8831-DBFA6FD6086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1BE4CDBD-2504-44B8-9FCA-349AB1C69BE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5C081608-A395-4D09-BD8A-A5D1FE08FAA6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3" name="Rechthoek 22">
                <a:extLst>
                  <a:ext uri="{FF2B5EF4-FFF2-40B4-BE49-F238E27FC236}">
                    <a16:creationId xmlns:a16="http://schemas.microsoft.com/office/drawing/2014/main" id="{616F45F6-8117-43FA-ABA5-A5F8D7D246AF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688D5F99-9556-4C11-91BD-7828AAC4020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5" name="Rechthoek 24">
                <a:extLst>
                  <a:ext uri="{FF2B5EF4-FFF2-40B4-BE49-F238E27FC236}">
                    <a16:creationId xmlns:a16="http://schemas.microsoft.com/office/drawing/2014/main" id="{A83084F6-9F19-4077-B505-8884B99ECE33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A88431EE-3377-45FC-9D1C-476FE6BB3B8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3490FF61-C896-4BCE-B5CF-96697B3FFCC8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039872A1-708A-4730-8DF5-AA21CE06830C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C13A8F42-6A68-43AB-AD02-AE8A032803D0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F0F24F8-12A0-4728-9BFE-0E3FE521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dataMinds Connect 2019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93BCCB-95E3-4A85-B3C6-4FB0A6B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39533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jdelijke aanduiding voor afbeelding 57">
            <a:extLst>
              <a:ext uri="{FF2B5EF4-FFF2-40B4-BE49-F238E27FC236}">
                <a16:creationId xmlns:a16="http://schemas.microsoft.com/office/drawing/2014/main" id="{D48DE010-1A0C-4166-971F-D5EDDE6E73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79455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9" name="Tijdelijke aanduiding voor afbeelding 57">
            <a:extLst>
              <a:ext uri="{FF2B5EF4-FFF2-40B4-BE49-F238E27FC236}">
                <a16:creationId xmlns:a16="http://schemas.microsoft.com/office/drawing/2014/main" id="{043CC465-FBD7-4104-8C4B-53064F78FF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071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0" name="Tijdelijke aanduiding voor afbeelding 57">
            <a:extLst>
              <a:ext uri="{FF2B5EF4-FFF2-40B4-BE49-F238E27FC236}">
                <a16:creationId xmlns:a16="http://schemas.microsoft.com/office/drawing/2014/main" id="{92C64300-3DFE-4ED3-B061-1086C51426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Tijdelijke aanduiding voor afbeelding 57">
            <a:extLst>
              <a:ext uri="{FF2B5EF4-FFF2-40B4-BE49-F238E27FC236}">
                <a16:creationId xmlns:a16="http://schemas.microsoft.com/office/drawing/2014/main" id="{A2908ADB-146B-4FFC-940F-114478DBED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1964" y="1733244"/>
            <a:ext cx="1991836" cy="1991836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361655FF-F737-47B0-AAB6-8D7FBC047C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4078288"/>
            <a:ext cx="10515600" cy="20864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4" name="任意形状 66">
            <a:extLst>
              <a:ext uri="{FF2B5EF4-FFF2-40B4-BE49-F238E27FC236}">
                <a16:creationId xmlns:a16="http://schemas.microsoft.com/office/drawing/2014/main" id="{AFED4D00-A44A-4ED7-97B8-E3F8231E6084}"/>
              </a:ext>
            </a:extLst>
          </p:cNvPr>
          <p:cNvSpPr/>
          <p:nvPr/>
        </p:nvSpPr>
        <p:spPr>
          <a:xfrm>
            <a:off x="310639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5" name="任意形状 66">
            <a:extLst>
              <a:ext uri="{FF2B5EF4-FFF2-40B4-BE49-F238E27FC236}">
                <a16:creationId xmlns:a16="http://schemas.microsoft.com/office/drawing/2014/main" id="{A322EFEA-BA3D-48DE-81DA-C9080DFC860C}"/>
              </a:ext>
            </a:extLst>
          </p:cNvPr>
          <p:cNvSpPr/>
          <p:nvPr/>
        </p:nvSpPr>
        <p:spPr>
          <a:xfrm>
            <a:off x="5947646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36" name="任意形状 66">
            <a:extLst>
              <a:ext uri="{FF2B5EF4-FFF2-40B4-BE49-F238E27FC236}">
                <a16:creationId xmlns:a16="http://schemas.microsoft.com/office/drawing/2014/main" id="{655922D4-3BD3-46CF-958B-856DF4C84B21}"/>
              </a:ext>
            </a:extLst>
          </p:cNvPr>
          <p:cNvSpPr/>
          <p:nvPr/>
        </p:nvSpPr>
        <p:spPr>
          <a:xfrm>
            <a:off x="8788901" y="2481906"/>
            <a:ext cx="296709" cy="494512"/>
          </a:xfrm>
          <a:custGeom>
            <a:avLst/>
            <a:gdLst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6942 w 21600"/>
              <a:gd name="connsiteY11" fmla="*/ 0 h 21600"/>
              <a:gd name="connsiteX12" fmla="*/ 2777 w 21600"/>
              <a:gd name="connsiteY12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2777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11" fmla="*/ 2777 w 21600"/>
              <a:gd name="connsiteY11" fmla="*/ 10800 h 21600"/>
              <a:gd name="connsiteX0" fmla="*/ 21600 w 21600"/>
              <a:gd name="connsiteY0" fmla="*/ 10800 h 21600"/>
              <a:gd name="connsiteX1" fmla="*/ 14658 w 21600"/>
              <a:gd name="connsiteY1" fmla="*/ 21600 h 21600"/>
              <a:gd name="connsiteX2" fmla="*/ 13269 w 21600"/>
              <a:gd name="connsiteY2" fmla="*/ 19440 h 21600"/>
              <a:gd name="connsiteX3" fmla="*/ 18823 w 21600"/>
              <a:gd name="connsiteY3" fmla="*/ 10800 h 21600"/>
              <a:gd name="connsiteX4" fmla="*/ 13269 w 21600"/>
              <a:gd name="connsiteY4" fmla="*/ 2160 h 21600"/>
              <a:gd name="connsiteX5" fmla="*/ 14658 w 21600"/>
              <a:gd name="connsiteY5" fmla="*/ 0 h 21600"/>
              <a:gd name="connsiteX6" fmla="*/ 21600 w 21600"/>
              <a:gd name="connsiteY6" fmla="*/ 10800 h 21600"/>
              <a:gd name="connsiteX7" fmla="*/ 0 w 21600"/>
              <a:gd name="connsiteY7" fmla="*/ 10800 h 21600"/>
              <a:gd name="connsiteX8" fmla="*/ 8331 w 21600"/>
              <a:gd name="connsiteY8" fmla="*/ 19440 h 21600"/>
              <a:gd name="connsiteX9" fmla="*/ 6942 w 21600"/>
              <a:gd name="connsiteY9" fmla="*/ 21600 h 21600"/>
              <a:gd name="connsiteX10" fmla="*/ 0 w 21600"/>
              <a:gd name="connsiteY10" fmla="*/ 10800 h 21600"/>
              <a:gd name="connsiteX0" fmla="*/ 14658 w 14658"/>
              <a:gd name="connsiteY0" fmla="*/ 10800 h 21600"/>
              <a:gd name="connsiteX1" fmla="*/ 7716 w 14658"/>
              <a:gd name="connsiteY1" fmla="*/ 21600 h 21600"/>
              <a:gd name="connsiteX2" fmla="*/ 6327 w 14658"/>
              <a:gd name="connsiteY2" fmla="*/ 19440 h 21600"/>
              <a:gd name="connsiteX3" fmla="*/ 11881 w 14658"/>
              <a:gd name="connsiteY3" fmla="*/ 10800 h 21600"/>
              <a:gd name="connsiteX4" fmla="*/ 6327 w 14658"/>
              <a:gd name="connsiteY4" fmla="*/ 2160 h 21600"/>
              <a:gd name="connsiteX5" fmla="*/ 7716 w 14658"/>
              <a:gd name="connsiteY5" fmla="*/ 0 h 21600"/>
              <a:gd name="connsiteX6" fmla="*/ 14658 w 14658"/>
              <a:gd name="connsiteY6" fmla="*/ 10800 h 21600"/>
              <a:gd name="connsiteX7" fmla="*/ 0 w 14658"/>
              <a:gd name="connsiteY7" fmla="*/ 21600 h 21600"/>
              <a:gd name="connsiteX8" fmla="*/ 1389 w 14658"/>
              <a:gd name="connsiteY8" fmla="*/ 19440 h 21600"/>
              <a:gd name="connsiteX9" fmla="*/ 0 w 14658"/>
              <a:gd name="connsiteY9" fmla="*/ 21600 h 21600"/>
              <a:gd name="connsiteX0" fmla="*/ 8331 w 8331"/>
              <a:gd name="connsiteY0" fmla="*/ 10800 h 21600"/>
              <a:gd name="connsiteX1" fmla="*/ 1389 w 8331"/>
              <a:gd name="connsiteY1" fmla="*/ 21600 h 21600"/>
              <a:gd name="connsiteX2" fmla="*/ 0 w 8331"/>
              <a:gd name="connsiteY2" fmla="*/ 19440 h 21600"/>
              <a:gd name="connsiteX3" fmla="*/ 5554 w 8331"/>
              <a:gd name="connsiteY3" fmla="*/ 10800 h 21600"/>
              <a:gd name="connsiteX4" fmla="*/ 0 w 8331"/>
              <a:gd name="connsiteY4" fmla="*/ 2160 h 21600"/>
              <a:gd name="connsiteX5" fmla="*/ 1389 w 8331"/>
              <a:gd name="connsiteY5" fmla="*/ 0 h 21600"/>
              <a:gd name="connsiteX6" fmla="*/ 8331 w 8331"/>
              <a:gd name="connsiteY6" fmla="*/ 1080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31" h="21600" extrusionOk="0">
                <a:moveTo>
                  <a:pt x="8331" y="10800"/>
                </a:moveTo>
                <a:lnTo>
                  <a:pt x="1389" y="21600"/>
                </a:lnTo>
                <a:lnTo>
                  <a:pt x="0" y="19440"/>
                </a:lnTo>
                <a:lnTo>
                  <a:pt x="5554" y="10800"/>
                </a:lnTo>
                <a:lnTo>
                  <a:pt x="0" y="2160"/>
                </a:lnTo>
                <a:lnTo>
                  <a:pt x="1389" y="0"/>
                </a:lnTo>
                <a:lnTo>
                  <a:pt x="8331" y="108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F64BDDA-83F6-49F6-83E2-CA4C17924C92}"/>
              </a:ext>
            </a:extLst>
          </p:cNvPr>
          <p:cNvSpPr/>
          <p:nvPr/>
        </p:nvSpPr>
        <p:spPr>
          <a:xfrm>
            <a:off x="-4858954" y="395903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BAA067D-68DC-4D17-A232-E09CF41A5A7F}"/>
              </a:ext>
            </a:extLst>
          </p:cNvPr>
          <p:cNvCxnSpPr>
            <a:cxnSpLocks/>
          </p:cNvCxnSpPr>
          <p:nvPr/>
        </p:nvCxnSpPr>
        <p:spPr>
          <a:xfrm>
            <a:off x="-4685618" y="423844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9BB53258-6B15-4A3E-8076-B8CB9F1A76EE}"/>
              </a:ext>
            </a:extLst>
          </p:cNvPr>
          <p:cNvSpPr txBox="1"/>
          <p:nvPr/>
        </p:nvSpPr>
        <p:spPr>
          <a:xfrm>
            <a:off x="-4685621" y="433892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14" name="Groep 13">
            <a:extLst>
              <a:ext uri="{FF2B5EF4-FFF2-40B4-BE49-F238E27FC236}">
                <a16:creationId xmlns:a16="http://schemas.microsoft.com/office/drawing/2014/main" id="{6524146B-70AA-4032-9964-3C5B0B31D1D1}"/>
              </a:ext>
            </a:extLst>
          </p:cNvPr>
          <p:cNvGrpSpPr/>
          <p:nvPr/>
        </p:nvGrpSpPr>
        <p:grpSpPr>
          <a:xfrm>
            <a:off x="-1425490" y="4409929"/>
            <a:ext cx="250379" cy="249771"/>
            <a:chOff x="-706740" y="145633"/>
            <a:chExt cx="250379" cy="249771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2374F56-6622-4A31-A57F-57868348BAF3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6" name="Gelijkbenige driehoek 128">
              <a:extLst>
                <a:ext uri="{FF2B5EF4-FFF2-40B4-BE49-F238E27FC236}">
                  <a16:creationId xmlns:a16="http://schemas.microsoft.com/office/drawing/2014/main" id="{1AA46C18-1C28-4228-92B3-393252B482BA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B7D978C1-8ECF-42D9-8DAE-3382095D2B8D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690E3B56-2C0C-4C5B-9189-8A263AD2B9D8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16812722-7EFC-46CA-A347-61B4E3C24478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315FB1F7-DFB7-427C-9170-33BAAFFA4F95}"/>
              </a:ext>
            </a:extLst>
          </p:cNvPr>
          <p:cNvSpPr txBox="1"/>
          <p:nvPr/>
        </p:nvSpPr>
        <p:spPr>
          <a:xfrm>
            <a:off x="-4685621" y="477251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E9F2863-3BCC-4783-8FAC-A850C593F715}"/>
              </a:ext>
            </a:extLst>
          </p:cNvPr>
          <p:cNvSpPr txBox="1"/>
          <p:nvPr/>
        </p:nvSpPr>
        <p:spPr>
          <a:xfrm>
            <a:off x="-4685621" y="502553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EF5C1873-2EA1-46C1-9B95-EA3E082D60E4}"/>
              </a:ext>
            </a:extLst>
          </p:cNvPr>
          <p:cNvGrpSpPr/>
          <p:nvPr/>
        </p:nvGrpSpPr>
        <p:grpSpPr>
          <a:xfrm>
            <a:off x="-1073403" y="4409928"/>
            <a:ext cx="252000" cy="216024"/>
            <a:chOff x="-932185" y="5325334"/>
            <a:chExt cx="252000" cy="216024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214D8220-166C-4990-AF74-B7A5D85EFC44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70F5BEA0-CDF5-4567-BADE-DCEA92538944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011CCB6D-09D6-4FF2-B71E-C4F565DBC280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179A6272-710A-434A-AE75-6E0E5E49E057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1AB8BEB7-72F0-4BD5-AE59-595157BC7C4E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C7A8E8EB-2657-49CF-A833-5D1ADDA5C370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07525DA-0B92-4588-83A7-5E55B60DDAB1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ACF55B21-7FC6-450D-B67F-19F4B577D5BA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2621F62B-189B-4101-902B-228D718CC106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FFB58F2F-A65B-43BF-8590-8F6BD1A6D93D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8D8F4811-1508-4277-808B-8DB87BDE03B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D1D2CC7F-B5F6-452E-A62C-8C0C0B77D281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54A3C999-4B62-4BC8-82F7-5D137C6463C6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EE721BE1-8E4D-49DA-9377-13B31FE84D78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44C3CEF0-4A60-4B88-B408-28CF105451BF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57B8AB8-140B-45CD-9327-7A72D526F971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E4AFCDCA-C7EE-4B7C-8DF3-D100A12058DA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44" name="Tekstvak 43">
            <a:extLst>
              <a:ext uri="{FF2B5EF4-FFF2-40B4-BE49-F238E27FC236}">
                <a16:creationId xmlns:a16="http://schemas.microsoft.com/office/drawing/2014/main" id="{273947A7-9254-4672-9759-A7EB91635602}"/>
              </a:ext>
            </a:extLst>
          </p:cNvPr>
          <p:cNvSpPr txBox="1"/>
          <p:nvPr/>
        </p:nvSpPr>
        <p:spPr>
          <a:xfrm>
            <a:off x="-4685622" y="544955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0F915DA-A1E8-4934-89C5-26A0771FE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dataMinds Connect 2019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0C73B2-9DD4-41C9-AA89-1A9861D1BB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503799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51229" y="1391096"/>
            <a:ext cx="1817966" cy="2020312"/>
          </a:xfrm>
          <a:custGeom>
            <a:avLst/>
            <a:gdLst>
              <a:gd name="connsiteX0" fmla="*/ 1813421 w 1817966"/>
              <a:gd name="connsiteY0" fmla="*/ 1176110 h 2020312"/>
              <a:gd name="connsiteX1" fmla="*/ 1477616 w 1817966"/>
              <a:gd name="connsiteY1" fmla="*/ 1536180 h 2020312"/>
              <a:gd name="connsiteX2" fmla="*/ 1328519 w 1817966"/>
              <a:gd name="connsiteY2" fmla="*/ 2018701 h 2020312"/>
              <a:gd name="connsiteX3" fmla="*/ 686567 w 1817966"/>
              <a:gd name="connsiteY3" fmla="*/ 1788045 h 2020312"/>
              <a:gd name="connsiteX4" fmla="*/ -4321 w 1817966"/>
              <a:gd name="connsiteY4" fmla="*/ 2018701 h 2020312"/>
              <a:gd name="connsiteX5" fmla="*/ 1139608 w 1817966"/>
              <a:gd name="connsiteY5" fmla="*/ -1612 h 2020312"/>
              <a:gd name="connsiteX6" fmla="*/ 1813645 w 1817966"/>
              <a:gd name="connsiteY6" fmla="*/ 433232 h 202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7966" h="2020312">
                <a:moveTo>
                  <a:pt x="1813421" y="1176110"/>
                </a:moveTo>
                <a:cubicBezTo>
                  <a:pt x="1676231" y="1269801"/>
                  <a:pt x="1561511" y="1392790"/>
                  <a:pt x="1477616" y="1536180"/>
                </a:cubicBezTo>
                <a:cubicBezTo>
                  <a:pt x="1391429" y="1683390"/>
                  <a:pt x="1340426" y="1848529"/>
                  <a:pt x="1328519" y="2018701"/>
                </a:cubicBezTo>
                <a:lnTo>
                  <a:pt x="686567" y="1788045"/>
                </a:lnTo>
                <a:lnTo>
                  <a:pt x="-4321" y="2018701"/>
                </a:lnTo>
                <a:cubicBezTo>
                  <a:pt x="20394" y="1197814"/>
                  <a:pt x="448407" y="441904"/>
                  <a:pt x="1139608" y="-1612"/>
                </a:cubicBezTo>
                <a:lnTo>
                  <a:pt x="1813645" y="433232"/>
                </a:lnTo>
                <a:close/>
              </a:path>
            </a:pathLst>
          </a:custGeom>
          <a:solidFill>
            <a:schemeClr val="accent6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5669569" y="1709799"/>
            <a:ext cx="2302779" cy="1475129"/>
          </a:xfrm>
          <a:custGeom>
            <a:avLst/>
            <a:gdLst>
              <a:gd name="connsiteX0" fmla="*/ 2298458 w 2302779"/>
              <a:gd name="connsiteY0" fmla="*/ 289326 h 1475129"/>
              <a:gd name="connsiteX1" fmla="*/ 2251679 w 2302779"/>
              <a:gd name="connsiteY1" fmla="*/ 1043078 h 1475129"/>
              <a:gd name="connsiteX2" fmla="*/ 1631971 w 2302779"/>
              <a:gd name="connsiteY2" fmla="*/ 1467722 h 1475129"/>
              <a:gd name="connsiteX3" fmla="*/ 1404462 w 2302779"/>
              <a:gd name="connsiteY3" fmla="*/ 1389443 h 1475129"/>
              <a:gd name="connsiteX4" fmla="*/ 903965 w 2302779"/>
              <a:gd name="connsiteY4" fmla="*/ 1390926 h 1475129"/>
              <a:gd name="connsiteX5" fmla="*/ 670299 w 2302779"/>
              <a:gd name="connsiteY5" fmla="*/ 1473518 h 1475129"/>
              <a:gd name="connsiteX6" fmla="*/ 694250 w 2302779"/>
              <a:gd name="connsiteY6" fmla="*/ 736032 h 1475129"/>
              <a:gd name="connsiteX7" fmla="*/ -4321 w 2302779"/>
              <a:gd name="connsiteY7" fmla="*/ 294583 h 1475129"/>
              <a:gd name="connsiteX8" fmla="*/ 2298278 w 2302779"/>
              <a:gd name="connsiteY8" fmla="*/ 289326 h 147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2779" h="1475129">
                <a:moveTo>
                  <a:pt x="2298458" y="289326"/>
                </a:moveTo>
                <a:lnTo>
                  <a:pt x="2251679" y="1043078"/>
                </a:lnTo>
                <a:lnTo>
                  <a:pt x="1631971" y="1467722"/>
                </a:lnTo>
                <a:cubicBezTo>
                  <a:pt x="1559220" y="1433436"/>
                  <a:pt x="1482920" y="1407193"/>
                  <a:pt x="1404462" y="1389443"/>
                </a:cubicBezTo>
                <a:cubicBezTo>
                  <a:pt x="1239637" y="1352326"/>
                  <a:pt x="1068567" y="1352865"/>
                  <a:pt x="903965" y="1390926"/>
                </a:cubicBezTo>
                <a:cubicBezTo>
                  <a:pt x="823217" y="1409574"/>
                  <a:pt x="744849" y="1437300"/>
                  <a:pt x="670299" y="1473518"/>
                </a:cubicBezTo>
                <a:lnTo>
                  <a:pt x="694250" y="736032"/>
                </a:lnTo>
                <a:lnTo>
                  <a:pt x="-4321" y="294583"/>
                </a:lnTo>
                <a:cubicBezTo>
                  <a:pt x="712405" y="-98470"/>
                  <a:pt x="1579755" y="-100447"/>
                  <a:pt x="2298278" y="289326"/>
                </a:cubicBezTo>
                <a:close/>
              </a:path>
            </a:pathLst>
          </a:custGeom>
          <a:solidFill>
            <a:schemeClr val="accent3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981052" y="2655178"/>
            <a:ext cx="1819403" cy="2291724"/>
          </a:xfrm>
          <a:custGeom>
            <a:avLst/>
            <a:gdLst>
              <a:gd name="connsiteX0" fmla="*/ 1815082 w 1819403"/>
              <a:gd name="connsiteY0" fmla="*/ 2024992 h 2291724"/>
              <a:gd name="connsiteX1" fmla="*/ 1144146 w 1819403"/>
              <a:gd name="connsiteY1" fmla="*/ 2290113 h 2291724"/>
              <a:gd name="connsiteX2" fmla="*/ 492577 w 1819403"/>
              <a:gd name="connsiteY2" fmla="*/ 2025262 h 2291724"/>
              <a:gd name="connsiteX3" fmla="*/ 339795 w 1819403"/>
              <a:gd name="connsiteY3" fmla="*/ 1536405 h 2291724"/>
              <a:gd name="connsiteX4" fmla="*/ -4321 w 1819403"/>
              <a:gd name="connsiteY4" fmla="*/ 1174447 h 2291724"/>
              <a:gd name="connsiteX5" fmla="*/ 575081 w 1819403"/>
              <a:gd name="connsiteY5" fmla="*/ 813568 h 2291724"/>
              <a:gd name="connsiteX6" fmla="*/ 660862 w 1819403"/>
              <a:gd name="connsiteY6" fmla="*/ -1612 h 2291724"/>
              <a:gd name="connsiteX7" fmla="*/ 1815082 w 1819403"/>
              <a:gd name="connsiteY7" fmla="*/ 2024992 h 229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9403" h="2291724">
                <a:moveTo>
                  <a:pt x="1815082" y="2024992"/>
                </a:moveTo>
                <a:lnTo>
                  <a:pt x="1144146" y="2290113"/>
                </a:lnTo>
                <a:lnTo>
                  <a:pt x="492577" y="2025262"/>
                </a:lnTo>
                <a:cubicBezTo>
                  <a:pt x="480489" y="1852618"/>
                  <a:pt x="428186" y="1685187"/>
                  <a:pt x="339795" y="1536405"/>
                </a:cubicBezTo>
                <a:cubicBezTo>
                  <a:pt x="253744" y="1391442"/>
                  <a:pt x="136103" y="1267734"/>
                  <a:pt x="-4321" y="1174447"/>
                </a:cubicBezTo>
                <a:lnTo>
                  <a:pt x="575081" y="813568"/>
                </a:lnTo>
                <a:lnTo>
                  <a:pt x="660862" y="-1612"/>
                </a:lnTo>
                <a:cubicBezTo>
                  <a:pt x="1357997" y="440601"/>
                  <a:pt x="1790368" y="1199791"/>
                  <a:pt x="1815082" y="2024992"/>
                </a:cubicBezTo>
                <a:close/>
              </a:path>
            </a:pathLst>
          </a:custGeom>
          <a:solidFill>
            <a:schemeClr val="accent1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6124564" y="4658708"/>
            <a:ext cx="1815989" cy="2020358"/>
          </a:xfrm>
          <a:custGeom>
            <a:avLst/>
            <a:gdLst>
              <a:gd name="connsiteX0" fmla="*/ 1811668 w 1815989"/>
              <a:gd name="connsiteY0" fmla="*/ -1567 h 2020358"/>
              <a:gd name="connsiteX1" fmla="*/ 667379 w 1815989"/>
              <a:gd name="connsiteY1" fmla="*/ 2018746 h 2020358"/>
              <a:gd name="connsiteX2" fmla="*/ 96425 w 1815989"/>
              <a:gd name="connsiteY2" fmla="*/ 1541574 h 2020358"/>
              <a:gd name="connsiteX3" fmla="*/ -4321 w 1815989"/>
              <a:gd name="connsiteY3" fmla="*/ 844799 h 2020358"/>
              <a:gd name="connsiteX4" fmla="*/ 336877 w 1815989"/>
              <a:gd name="connsiteY4" fmla="*/ 484144 h 2020358"/>
              <a:gd name="connsiteX5" fmla="*/ 488805 w 1815989"/>
              <a:gd name="connsiteY5" fmla="*/ -1612 h 2020358"/>
              <a:gd name="connsiteX6" fmla="*/ 1127297 w 1815989"/>
              <a:gd name="connsiteY6" fmla="*/ 251647 h 202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5989" h="2020358">
                <a:moveTo>
                  <a:pt x="1811668" y="-1567"/>
                </a:moveTo>
                <a:cubicBezTo>
                  <a:pt x="1786864" y="819411"/>
                  <a:pt x="1358716" y="1575320"/>
                  <a:pt x="667379" y="2018746"/>
                </a:cubicBezTo>
                <a:lnTo>
                  <a:pt x="96425" y="1541574"/>
                </a:lnTo>
                <a:lnTo>
                  <a:pt x="-4321" y="844799"/>
                </a:lnTo>
                <a:cubicBezTo>
                  <a:pt x="134890" y="751557"/>
                  <a:pt x="251499" y="628299"/>
                  <a:pt x="336877" y="484144"/>
                </a:cubicBezTo>
                <a:cubicBezTo>
                  <a:pt x="424502" y="336171"/>
                  <a:pt x="476492" y="169909"/>
                  <a:pt x="488805" y="-1612"/>
                </a:cubicBezTo>
                <a:lnTo>
                  <a:pt x="1127297" y="251647"/>
                </a:lnTo>
                <a:close/>
              </a:path>
            </a:pathLst>
          </a:custGeom>
          <a:solidFill>
            <a:schemeClr val="accent2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3379559" y="3176138"/>
            <a:ext cx="1823763" cy="2237128"/>
          </a:xfrm>
          <a:custGeom>
            <a:avLst/>
            <a:gdLst>
              <a:gd name="connsiteX0" fmla="*/ 1819442 w 1823763"/>
              <a:gd name="connsiteY0" fmla="*/ 1052807 h 2237128"/>
              <a:gd name="connsiteX1" fmla="*/ 1292210 w 1823763"/>
              <a:gd name="connsiteY1" fmla="*/ 1488684 h 2237128"/>
              <a:gd name="connsiteX2" fmla="*/ 1149899 w 1823763"/>
              <a:gd name="connsiteY2" fmla="*/ 2235517 h 2237128"/>
              <a:gd name="connsiteX3" fmla="*/ -4321 w 1823763"/>
              <a:gd name="connsiteY3" fmla="*/ 208553 h 2237128"/>
              <a:gd name="connsiteX4" fmla="*/ 657492 w 1823763"/>
              <a:gd name="connsiteY4" fmla="*/ -1612 h 2237128"/>
              <a:gd name="connsiteX5" fmla="*/ 1328922 w 1823763"/>
              <a:gd name="connsiteY5" fmla="*/ 208553 h 2237128"/>
              <a:gd name="connsiteX6" fmla="*/ 1480043 w 1823763"/>
              <a:gd name="connsiteY6" fmla="*/ 692781 h 2237128"/>
              <a:gd name="connsiteX7" fmla="*/ 1819442 w 1823763"/>
              <a:gd name="connsiteY7" fmla="*/ 1052807 h 223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3763" h="2237128">
                <a:moveTo>
                  <a:pt x="1819442" y="1052807"/>
                </a:moveTo>
                <a:lnTo>
                  <a:pt x="1292210" y="1488684"/>
                </a:lnTo>
                <a:lnTo>
                  <a:pt x="1149899" y="2235517"/>
                </a:lnTo>
                <a:cubicBezTo>
                  <a:pt x="452900" y="1792989"/>
                  <a:pt x="20617" y="1033754"/>
                  <a:pt x="-4321" y="208553"/>
                </a:cubicBezTo>
                <a:lnTo>
                  <a:pt x="657492" y="-1612"/>
                </a:lnTo>
                <a:lnTo>
                  <a:pt x="1328922" y="208553"/>
                </a:lnTo>
                <a:cubicBezTo>
                  <a:pt x="1341236" y="379444"/>
                  <a:pt x="1392956" y="545213"/>
                  <a:pt x="1480043" y="692781"/>
                </a:cubicBezTo>
                <a:cubicBezTo>
                  <a:pt x="1564971" y="836575"/>
                  <a:pt x="1680905" y="959565"/>
                  <a:pt x="1819442" y="1052807"/>
                </a:cubicBezTo>
                <a:close/>
              </a:path>
            </a:pathLst>
          </a:custGeom>
          <a:solidFill>
            <a:schemeClr val="accent5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3">
            <a:extLst>
              <a:ext uri="{FF2B5EF4-FFF2-40B4-BE49-F238E27FC236}">
                <a16:creationId xmlns:a16="http://schemas.microsoft.com/office/drawing/2014/main" id="{037837D3-888D-4305-AF2D-309CAC832B1A}"/>
              </a:ext>
            </a:extLst>
          </p:cNvPr>
          <p:cNvSpPr/>
          <p:nvPr/>
        </p:nvSpPr>
        <p:spPr>
          <a:xfrm rot="1483458">
            <a:off x="4219616" y="4885164"/>
            <a:ext cx="2302239" cy="1474744"/>
          </a:xfrm>
          <a:custGeom>
            <a:avLst/>
            <a:gdLst>
              <a:gd name="connsiteX0" fmla="*/ 2297918 w 2302239"/>
              <a:gd name="connsiteY0" fmla="*/ 1176919 h 1474744"/>
              <a:gd name="connsiteX1" fmla="*/ -4321 w 2302239"/>
              <a:gd name="connsiteY1" fmla="*/ 1182716 h 1474744"/>
              <a:gd name="connsiteX2" fmla="*/ 135697 w 2302239"/>
              <a:gd name="connsiteY2" fmla="*/ 459250 h 1474744"/>
              <a:gd name="connsiteX3" fmla="*/ 665940 w 2302239"/>
              <a:gd name="connsiteY3" fmla="*/ -1612 h 1474744"/>
              <a:gd name="connsiteX4" fmla="*/ 1395652 w 2302239"/>
              <a:gd name="connsiteY4" fmla="*/ 79273 h 1474744"/>
              <a:gd name="connsiteX5" fmla="*/ 1624601 w 2302239"/>
              <a:gd name="connsiteY5" fmla="*/ 6 h 1474744"/>
              <a:gd name="connsiteX6" fmla="*/ 1695869 w 2302239"/>
              <a:gd name="connsiteY6" fmla="*/ 682490 h 14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2239" h="1474744">
                <a:moveTo>
                  <a:pt x="2297918" y="1176919"/>
                </a:moveTo>
                <a:cubicBezTo>
                  <a:pt x="1581326" y="1569793"/>
                  <a:pt x="714246" y="1571995"/>
                  <a:pt x="-4321" y="1182716"/>
                </a:cubicBezTo>
                <a:lnTo>
                  <a:pt x="135697" y="459250"/>
                </a:lnTo>
                <a:lnTo>
                  <a:pt x="665940" y="-1612"/>
                </a:lnTo>
                <a:cubicBezTo>
                  <a:pt x="893271" y="106324"/>
                  <a:pt x="1150213" y="134814"/>
                  <a:pt x="1395652" y="79273"/>
                </a:cubicBezTo>
                <a:cubicBezTo>
                  <a:pt x="1474650" y="61298"/>
                  <a:pt x="1551401" y="34742"/>
                  <a:pt x="1624601" y="6"/>
                </a:cubicBezTo>
                <a:lnTo>
                  <a:pt x="1695869" y="682490"/>
                </a:lnTo>
                <a:close/>
              </a:path>
            </a:pathLst>
          </a:custGeom>
          <a:solidFill>
            <a:schemeClr val="accent4"/>
          </a:solidFill>
          <a:ln w="448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13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 in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90430" y="1557380"/>
            <a:ext cx="2013766" cy="1878261"/>
          </a:xfrm>
          <a:custGeom>
            <a:avLst/>
            <a:gdLst>
              <a:gd name="connsiteX0" fmla="*/ 2012943 w 2013766"/>
              <a:gd name="connsiteY0" fmla="*/ 1428735 h 1878261"/>
              <a:gd name="connsiteX1" fmla="*/ 2012943 w 2013766"/>
              <a:gd name="connsiteY1" fmla="*/ -223 h 1878261"/>
              <a:gd name="connsiteX2" fmla="*/ -823 w 2013766"/>
              <a:gd name="connsiteY2" fmla="*/ 1163884 h 1878261"/>
              <a:gd name="connsiteX3" fmla="*/ 523365 w 2013766"/>
              <a:gd name="connsiteY3" fmla="*/ 1466662 h 1878261"/>
              <a:gd name="connsiteX4" fmla="*/ 1236547 w 2013766"/>
              <a:gd name="connsiteY4" fmla="*/ 1878039 h 1878261"/>
              <a:gd name="connsiteX5" fmla="*/ 2012943 w 2013766"/>
              <a:gd name="connsiteY5" fmla="*/ 1428735 h 187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3766" h="1878261">
                <a:moveTo>
                  <a:pt x="2012943" y="1428735"/>
                </a:moveTo>
                <a:lnTo>
                  <a:pt x="2012943" y="-223"/>
                </a:lnTo>
                <a:cubicBezTo>
                  <a:pt x="1191358" y="33913"/>
                  <a:pt x="438756" y="468954"/>
                  <a:pt x="-823" y="1163884"/>
                </a:cubicBezTo>
                <a:lnTo>
                  <a:pt x="523365" y="1466662"/>
                </a:lnTo>
                <a:lnTo>
                  <a:pt x="1236547" y="1878039"/>
                </a:lnTo>
                <a:cubicBezTo>
                  <a:pt x="1417405" y="1622201"/>
                  <a:pt x="1700991" y="1458072"/>
                  <a:pt x="2012943" y="1428735"/>
                </a:cubicBezTo>
                <a:close/>
              </a:path>
            </a:pathLst>
          </a:custGeom>
          <a:solidFill>
            <a:schemeClr val="accent6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604177" y="2890058"/>
            <a:ext cx="1524750" cy="2325620"/>
          </a:xfrm>
          <a:custGeom>
            <a:avLst/>
            <a:gdLst>
              <a:gd name="connsiteX0" fmla="*/ 1523927 w 1524750"/>
              <a:gd name="connsiteY0" fmla="*/ 712959 h 2325620"/>
              <a:gd name="connsiteX1" fmla="*/ 286557 w 1524750"/>
              <a:gd name="connsiteY1" fmla="*/ -223 h 2325620"/>
              <a:gd name="connsiteX2" fmla="*/ 286557 w 1524750"/>
              <a:gd name="connsiteY2" fmla="*/ 2325398 h 2325620"/>
              <a:gd name="connsiteX3" fmla="*/ 1523927 w 1524750"/>
              <a:gd name="connsiteY3" fmla="*/ 1612216 h 2325620"/>
              <a:gd name="connsiteX4" fmla="*/ 1523927 w 1524750"/>
              <a:gd name="connsiteY4" fmla="*/ 715552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1523927" y="712959"/>
                </a:moveTo>
                <a:lnTo>
                  <a:pt x="286557" y="-223"/>
                </a:lnTo>
                <a:cubicBezTo>
                  <a:pt x="-96616" y="727644"/>
                  <a:pt x="-96616" y="1597531"/>
                  <a:pt x="286557" y="2325398"/>
                </a:cubicBezTo>
                <a:lnTo>
                  <a:pt x="1523927" y="1612216"/>
                </a:lnTo>
                <a:cubicBezTo>
                  <a:pt x="1392637" y="1327754"/>
                  <a:pt x="1392637" y="1000014"/>
                  <a:pt x="1523927" y="715552"/>
                </a:cubicBezTo>
                <a:close/>
              </a:path>
            </a:pathLst>
          </a:custGeom>
          <a:solidFill>
            <a:schemeClr val="accent5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8700" y="1557380"/>
            <a:ext cx="2015386" cy="1877289"/>
          </a:xfrm>
          <a:custGeom>
            <a:avLst/>
            <a:gdLst>
              <a:gd name="connsiteX0" fmla="*/ 777194 w 2015386"/>
              <a:gd name="connsiteY0" fmla="*/ 1877066 h 1877289"/>
              <a:gd name="connsiteX1" fmla="*/ 2014564 w 2015386"/>
              <a:gd name="connsiteY1" fmla="*/ 1163884 h 1877289"/>
              <a:gd name="connsiteX2" fmla="*/ -823 w 2015386"/>
              <a:gd name="connsiteY2" fmla="*/ -223 h 1877289"/>
              <a:gd name="connsiteX3" fmla="*/ -823 w 2015386"/>
              <a:gd name="connsiteY3" fmla="*/ 1428735 h 1877289"/>
              <a:gd name="connsiteX4" fmla="*/ 777194 w 2015386"/>
              <a:gd name="connsiteY4" fmla="*/ 1877066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777194" y="1877066"/>
                </a:moveTo>
                <a:lnTo>
                  <a:pt x="2014564" y="1163884"/>
                </a:lnTo>
                <a:cubicBezTo>
                  <a:pt x="1574660" y="468467"/>
                  <a:pt x="821346" y="33362"/>
                  <a:pt x="-823" y="-223"/>
                </a:cubicBezTo>
                <a:lnTo>
                  <a:pt x="-823" y="1428735"/>
                </a:lnTo>
                <a:cubicBezTo>
                  <a:pt x="311550" y="1457391"/>
                  <a:pt x="595786" y="1621163"/>
                  <a:pt x="777194" y="1877066"/>
                </a:cubicBezTo>
                <a:close/>
              </a:path>
            </a:pathLst>
          </a:custGeom>
          <a:solidFill>
            <a:schemeClr val="accent3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3989134" y="4668150"/>
            <a:ext cx="2015062" cy="1878586"/>
          </a:xfrm>
          <a:custGeom>
            <a:avLst/>
            <a:gdLst>
              <a:gd name="connsiteX0" fmla="*/ 1236223 w 2015062"/>
              <a:gd name="connsiteY0" fmla="*/ -223 h 1878586"/>
              <a:gd name="connsiteX1" fmla="*/ -823 w 2015062"/>
              <a:gd name="connsiteY1" fmla="*/ 712959 h 1878586"/>
              <a:gd name="connsiteX2" fmla="*/ 2014239 w 2015062"/>
              <a:gd name="connsiteY2" fmla="*/ 1878363 h 1878586"/>
              <a:gd name="connsiteX3" fmla="*/ 2014239 w 2015062"/>
              <a:gd name="connsiteY3" fmla="*/ 448434 h 1878586"/>
              <a:gd name="connsiteX4" fmla="*/ 1236223 w 2015062"/>
              <a:gd name="connsiteY4" fmla="*/ -223 h 1878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062" h="1878586">
                <a:moveTo>
                  <a:pt x="1236223" y="-223"/>
                </a:moveTo>
                <a:lnTo>
                  <a:pt x="-823" y="712959"/>
                </a:lnTo>
                <a:cubicBezTo>
                  <a:pt x="438820" y="1408668"/>
                  <a:pt x="1191973" y="1844260"/>
                  <a:pt x="2014239" y="1878363"/>
                </a:cubicBezTo>
                <a:lnTo>
                  <a:pt x="2014239" y="448434"/>
                </a:lnTo>
                <a:cubicBezTo>
                  <a:pt x="1701832" y="419615"/>
                  <a:pt x="1417630" y="255713"/>
                  <a:pt x="1236223" y="-223"/>
                </a:cubicBezTo>
                <a:close/>
              </a:path>
            </a:pathLst>
          </a:custGeom>
          <a:solidFill>
            <a:schemeClr val="accent4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7073969" y="2887465"/>
            <a:ext cx="1524750" cy="2325620"/>
          </a:xfrm>
          <a:custGeom>
            <a:avLst/>
            <a:gdLst>
              <a:gd name="connsiteX0" fmla="*/ -823 w 1524750"/>
              <a:gd name="connsiteY0" fmla="*/ 715553 h 2325620"/>
              <a:gd name="connsiteX1" fmla="*/ -823 w 1524750"/>
              <a:gd name="connsiteY1" fmla="*/ 1612216 h 2325620"/>
              <a:gd name="connsiteX2" fmla="*/ 1236547 w 1524750"/>
              <a:gd name="connsiteY2" fmla="*/ 2325398 h 2325620"/>
              <a:gd name="connsiteX3" fmla="*/ 1236547 w 1524750"/>
              <a:gd name="connsiteY3" fmla="*/ -223 h 2325620"/>
              <a:gd name="connsiteX4" fmla="*/ 800858 w 1524750"/>
              <a:gd name="connsiteY4" fmla="*/ 251336 h 232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750" h="2325620">
                <a:moveTo>
                  <a:pt x="-823" y="715553"/>
                </a:moveTo>
                <a:cubicBezTo>
                  <a:pt x="130467" y="1000015"/>
                  <a:pt x="130467" y="1327754"/>
                  <a:pt x="-823" y="1612216"/>
                </a:cubicBezTo>
                <a:lnTo>
                  <a:pt x="1236547" y="2325398"/>
                </a:lnTo>
                <a:cubicBezTo>
                  <a:pt x="1619720" y="1597532"/>
                  <a:pt x="1619720" y="727644"/>
                  <a:pt x="1236547" y="-223"/>
                </a:cubicBezTo>
                <a:lnTo>
                  <a:pt x="800858" y="251336"/>
                </a:lnTo>
                <a:close/>
              </a:path>
            </a:pathLst>
          </a:custGeom>
          <a:solidFill>
            <a:schemeClr val="accent1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Graphic 3">
            <a:extLst>
              <a:ext uri="{FF2B5EF4-FFF2-40B4-BE49-F238E27FC236}">
                <a16:creationId xmlns:a16="http://schemas.microsoft.com/office/drawing/2014/main" id="{677A3EDC-AE74-431E-9E11-3F23EA820598}"/>
              </a:ext>
            </a:extLst>
          </p:cNvPr>
          <p:cNvSpPr/>
          <p:nvPr/>
        </p:nvSpPr>
        <p:spPr>
          <a:xfrm>
            <a:off x="6197080" y="4669447"/>
            <a:ext cx="2015386" cy="1877289"/>
          </a:xfrm>
          <a:custGeom>
            <a:avLst/>
            <a:gdLst>
              <a:gd name="connsiteX0" fmla="*/ 2014564 w 2015386"/>
              <a:gd name="connsiteY0" fmla="*/ 712959 h 1877289"/>
              <a:gd name="connsiteX1" fmla="*/ 777194 w 2015386"/>
              <a:gd name="connsiteY1" fmla="*/ -223 h 1877289"/>
              <a:gd name="connsiteX2" fmla="*/ -823 w 2015386"/>
              <a:gd name="connsiteY2" fmla="*/ 448433 h 1877289"/>
              <a:gd name="connsiteX3" fmla="*/ -823 w 2015386"/>
              <a:gd name="connsiteY3" fmla="*/ 1877066 h 1877289"/>
              <a:gd name="connsiteX4" fmla="*/ 2014564 w 2015386"/>
              <a:gd name="connsiteY4" fmla="*/ 712959 h 187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5386" h="1877289">
                <a:moveTo>
                  <a:pt x="2014564" y="712959"/>
                </a:moveTo>
                <a:lnTo>
                  <a:pt x="777194" y="-223"/>
                </a:lnTo>
                <a:cubicBezTo>
                  <a:pt x="595883" y="255842"/>
                  <a:pt x="311616" y="419776"/>
                  <a:pt x="-823" y="448433"/>
                </a:cubicBezTo>
                <a:lnTo>
                  <a:pt x="-823" y="1877066"/>
                </a:lnTo>
                <a:cubicBezTo>
                  <a:pt x="821312" y="1843352"/>
                  <a:pt x="1574563" y="1408279"/>
                  <a:pt x="2014564" y="712959"/>
                </a:cubicBezTo>
                <a:close/>
              </a:path>
            </a:pathLst>
          </a:custGeom>
          <a:solidFill>
            <a:schemeClr val="accent2"/>
          </a:solidFill>
          <a:ln w="324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41" name="Groep 40">
            <a:extLst>
              <a:ext uri="{FF2B5EF4-FFF2-40B4-BE49-F238E27FC236}">
                <a16:creationId xmlns:a16="http://schemas.microsoft.com/office/drawing/2014/main" id="{0A37B0AA-6828-4A85-A34A-1CDAEF133D09}"/>
              </a:ext>
            </a:extLst>
          </p:cNvPr>
          <p:cNvGrpSpPr/>
          <p:nvPr/>
        </p:nvGrpSpPr>
        <p:grpSpPr>
          <a:xfrm>
            <a:off x="3379559" y="1391096"/>
            <a:ext cx="5420896" cy="5287970"/>
            <a:chOff x="3379559" y="1391096"/>
            <a:chExt cx="5420896" cy="5287970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51229" y="1391096"/>
              <a:ext cx="1817966" cy="2020312"/>
            </a:xfrm>
            <a:custGeom>
              <a:avLst/>
              <a:gdLst>
                <a:gd name="connsiteX0" fmla="*/ 1813421 w 1817966"/>
                <a:gd name="connsiteY0" fmla="*/ 1176110 h 2020312"/>
                <a:gd name="connsiteX1" fmla="*/ 1477616 w 1817966"/>
                <a:gd name="connsiteY1" fmla="*/ 1536180 h 2020312"/>
                <a:gd name="connsiteX2" fmla="*/ 1328519 w 1817966"/>
                <a:gd name="connsiteY2" fmla="*/ 2018701 h 2020312"/>
                <a:gd name="connsiteX3" fmla="*/ 686567 w 1817966"/>
                <a:gd name="connsiteY3" fmla="*/ 1788045 h 2020312"/>
                <a:gd name="connsiteX4" fmla="*/ -4321 w 1817966"/>
                <a:gd name="connsiteY4" fmla="*/ 2018701 h 2020312"/>
                <a:gd name="connsiteX5" fmla="*/ 1139608 w 1817966"/>
                <a:gd name="connsiteY5" fmla="*/ -1612 h 2020312"/>
                <a:gd name="connsiteX6" fmla="*/ 1813645 w 1817966"/>
                <a:gd name="connsiteY6" fmla="*/ 433232 h 202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7966" h="2020312">
                  <a:moveTo>
                    <a:pt x="1813421" y="1176110"/>
                  </a:moveTo>
                  <a:cubicBezTo>
                    <a:pt x="1676231" y="1269801"/>
                    <a:pt x="1561511" y="1392790"/>
                    <a:pt x="1477616" y="1536180"/>
                  </a:cubicBezTo>
                  <a:cubicBezTo>
                    <a:pt x="1391429" y="1683390"/>
                    <a:pt x="1340426" y="1848529"/>
                    <a:pt x="1328519" y="2018701"/>
                  </a:cubicBezTo>
                  <a:lnTo>
                    <a:pt x="686567" y="1788045"/>
                  </a:lnTo>
                  <a:lnTo>
                    <a:pt x="-4321" y="2018701"/>
                  </a:lnTo>
                  <a:cubicBezTo>
                    <a:pt x="20394" y="1197814"/>
                    <a:pt x="448407" y="441904"/>
                    <a:pt x="1139608" y="-1612"/>
                  </a:cubicBezTo>
                  <a:lnTo>
                    <a:pt x="1813645" y="433232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5669569" y="1709799"/>
              <a:ext cx="2302779" cy="1475129"/>
            </a:xfrm>
            <a:custGeom>
              <a:avLst/>
              <a:gdLst>
                <a:gd name="connsiteX0" fmla="*/ 2298458 w 2302779"/>
                <a:gd name="connsiteY0" fmla="*/ 289326 h 1475129"/>
                <a:gd name="connsiteX1" fmla="*/ 2251679 w 2302779"/>
                <a:gd name="connsiteY1" fmla="*/ 1043078 h 1475129"/>
                <a:gd name="connsiteX2" fmla="*/ 1631971 w 2302779"/>
                <a:gd name="connsiteY2" fmla="*/ 1467722 h 1475129"/>
                <a:gd name="connsiteX3" fmla="*/ 1404462 w 2302779"/>
                <a:gd name="connsiteY3" fmla="*/ 1389443 h 1475129"/>
                <a:gd name="connsiteX4" fmla="*/ 903965 w 2302779"/>
                <a:gd name="connsiteY4" fmla="*/ 1390926 h 1475129"/>
                <a:gd name="connsiteX5" fmla="*/ 670299 w 2302779"/>
                <a:gd name="connsiteY5" fmla="*/ 1473518 h 1475129"/>
                <a:gd name="connsiteX6" fmla="*/ 694250 w 2302779"/>
                <a:gd name="connsiteY6" fmla="*/ 736032 h 1475129"/>
                <a:gd name="connsiteX7" fmla="*/ -4321 w 2302779"/>
                <a:gd name="connsiteY7" fmla="*/ 294583 h 1475129"/>
                <a:gd name="connsiteX8" fmla="*/ 2298278 w 2302779"/>
                <a:gd name="connsiteY8" fmla="*/ 289326 h 147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2779" h="1475129">
                  <a:moveTo>
                    <a:pt x="2298458" y="289326"/>
                  </a:moveTo>
                  <a:lnTo>
                    <a:pt x="2251679" y="1043078"/>
                  </a:lnTo>
                  <a:lnTo>
                    <a:pt x="1631971" y="1467722"/>
                  </a:lnTo>
                  <a:cubicBezTo>
                    <a:pt x="1559220" y="1433436"/>
                    <a:pt x="1482920" y="1407193"/>
                    <a:pt x="1404462" y="1389443"/>
                  </a:cubicBezTo>
                  <a:cubicBezTo>
                    <a:pt x="1239637" y="1352326"/>
                    <a:pt x="1068567" y="1352865"/>
                    <a:pt x="903965" y="1390926"/>
                  </a:cubicBezTo>
                  <a:cubicBezTo>
                    <a:pt x="823217" y="1409574"/>
                    <a:pt x="744849" y="1437300"/>
                    <a:pt x="670299" y="1473518"/>
                  </a:cubicBezTo>
                  <a:lnTo>
                    <a:pt x="694250" y="736032"/>
                  </a:lnTo>
                  <a:lnTo>
                    <a:pt x="-4321" y="294583"/>
                  </a:lnTo>
                  <a:cubicBezTo>
                    <a:pt x="712405" y="-98470"/>
                    <a:pt x="1579755" y="-100447"/>
                    <a:pt x="2298278" y="289326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981052" y="2655178"/>
              <a:ext cx="1819403" cy="2291724"/>
            </a:xfrm>
            <a:custGeom>
              <a:avLst/>
              <a:gdLst>
                <a:gd name="connsiteX0" fmla="*/ 1815082 w 1819403"/>
                <a:gd name="connsiteY0" fmla="*/ 2024992 h 2291724"/>
                <a:gd name="connsiteX1" fmla="*/ 1144146 w 1819403"/>
                <a:gd name="connsiteY1" fmla="*/ 2290113 h 2291724"/>
                <a:gd name="connsiteX2" fmla="*/ 492577 w 1819403"/>
                <a:gd name="connsiteY2" fmla="*/ 2025262 h 2291724"/>
                <a:gd name="connsiteX3" fmla="*/ 339795 w 1819403"/>
                <a:gd name="connsiteY3" fmla="*/ 1536405 h 2291724"/>
                <a:gd name="connsiteX4" fmla="*/ -4321 w 1819403"/>
                <a:gd name="connsiteY4" fmla="*/ 1174447 h 2291724"/>
                <a:gd name="connsiteX5" fmla="*/ 575081 w 1819403"/>
                <a:gd name="connsiteY5" fmla="*/ 813568 h 2291724"/>
                <a:gd name="connsiteX6" fmla="*/ 660862 w 1819403"/>
                <a:gd name="connsiteY6" fmla="*/ -1612 h 2291724"/>
                <a:gd name="connsiteX7" fmla="*/ 1815082 w 1819403"/>
                <a:gd name="connsiteY7" fmla="*/ 2024992 h 22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9403" h="2291724">
                  <a:moveTo>
                    <a:pt x="1815082" y="2024992"/>
                  </a:moveTo>
                  <a:lnTo>
                    <a:pt x="1144146" y="2290113"/>
                  </a:lnTo>
                  <a:lnTo>
                    <a:pt x="492577" y="2025262"/>
                  </a:lnTo>
                  <a:cubicBezTo>
                    <a:pt x="480489" y="1852618"/>
                    <a:pt x="428186" y="1685187"/>
                    <a:pt x="339795" y="1536405"/>
                  </a:cubicBezTo>
                  <a:cubicBezTo>
                    <a:pt x="253744" y="1391442"/>
                    <a:pt x="136103" y="1267734"/>
                    <a:pt x="-4321" y="1174447"/>
                  </a:cubicBezTo>
                  <a:lnTo>
                    <a:pt x="575081" y="813568"/>
                  </a:lnTo>
                  <a:lnTo>
                    <a:pt x="660862" y="-1612"/>
                  </a:lnTo>
                  <a:cubicBezTo>
                    <a:pt x="1357997" y="440601"/>
                    <a:pt x="1790368" y="1199791"/>
                    <a:pt x="1815082" y="2024992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6124564" y="4658708"/>
              <a:ext cx="1815989" cy="2020358"/>
            </a:xfrm>
            <a:custGeom>
              <a:avLst/>
              <a:gdLst>
                <a:gd name="connsiteX0" fmla="*/ 1811668 w 1815989"/>
                <a:gd name="connsiteY0" fmla="*/ -1567 h 2020358"/>
                <a:gd name="connsiteX1" fmla="*/ 667379 w 1815989"/>
                <a:gd name="connsiteY1" fmla="*/ 2018746 h 2020358"/>
                <a:gd name="connsiteX2" fmla="*/ 96425 w 1815989"/>
                <a:gd name="connsiteY2" fmla="*/ 1541574 h 2020358"/>
                <a:gd name="connsiteX3" fmla="*/ -4321 w 1815989"/>
                <a:gd name="connsiteY3" fmla="*/ 844799 h 2020358"/>
                <a:gd name="connsiteX4" fmla="*/ 336877 w 1815989"/>
                <a:gd name="connsiteY4" fmla="*/ 484144 h 2020358"/>
                <a:gd name="connsiteX5" fmla="*/ 488805 w 1815989"/>
                <a:gd name="connsiteY5" fmla="*/ -1612 h 2020358"/>
                <a:gd name="connsiteX6" fmla="*/ 1127297 w 1815989"/>
                <a:gd name="connsiteY6" fmla="*/ 251647 h 202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5989" h="2020358">
                  <a:moveTo>
                    <a:pt x="1811668" y="-1567"/>
                  </a:moveTo>
                  <a:cubicBezTo>
                    <a:pt x="1786864" y="819411"/>
                    <a:pt x="1358716" y="1575320"/>
                    <a:pt x="667379" y="2018746"/>
                  </a:cubicBezTo>
                  <a:lnTo>
                    <a:pt x="96425" y="1541574"/>
                  </a:lnTo>
                  <a:lnTo>
                    <a:pt x="-4321" y="844799"/>
                  </a:lnTo>
                  <a:cubicBezTo>
                    <a:pt x="134890" y="751557"/>
                    <a:pt x="251499" y="628299"/>
                    <a:pt x="336877" y="484144"/>
                  </a:cubicBezTo>
                  <a:cubicBezTo>
                    <a:pt x="424502" y="336171"/>
                    <a:pt x="476492" y="169909"/>
                    <a:pt x="488805" y="-1612"/>
                  </a:cubicBezTo>
                  <a:lnTo>
                    <a:pt x="1127297" y="251647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3379559" y="3176138"/>
              <a:ext cx="1823763" cy="2237128"/>
            </a:xfrm>
            <a:custGeom>
              <a:avLst/>
              <a:gdLst>
                <a:gd name="connsiteX0" fmla="*/ 1819442 w 1823763"/>
                <a:gd name="connsiteY0" fmla="*/ 1052807 h 2237128"/>
                <a:gd name="connsiteX1" fmla="*/ 1292210 w 1823763"/>
                <a:gd name="connsiteY1" fmla="*/ 1488684 h 2237128"/>
                <a:gd name="connsiteX2" fmla="*/ 1149899 w 1823763"/>
                <a:gd name="connsiteY2" fmla="*/ 2235517 h 2237128"/>
                <a:gd name="connsiteX3" fmla="*/ -4321 w 1823763"/>
                <a:gd name="connsiteY3" fmla="*/ 208553 h 2237128"/>
                <a:gd name="connsiteX4" fmla="*/ 657492 w 1823763"/>
                <a:gd name="connsiteY4" fmla="*/ -1612 h 2237128"/>
                <a:gd name="connsiteX5" fmla="*/ 1328922 w 1823763"/>
                <a:gd name="connsiteY5" fmla="*/ 208553 h 2237128"/>
                <a:gd name="connsiteX6" fmla="*/ 1480043 w 1823763"/>
                <a:gd name="connsiteY6" fmla="*/ 692781 h 2237128"/>
                <a:gd name="connsiteX7" fmla="*/ 1819442 w 1823763"/>
                <a:gd name="connsiteY7" fmla="*/ 1052807 h 223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3763" h="2237128">
                  <a:moveTo>
                    <a:pt x="1819442" y="1052807"/>
                  </a:moveTo>
                  <a:lnTo>
                    <a:pt x="1292210" y="1488684"/>
                  </a:lnTo>
                  <a:lnTo>
                    <a:pt x="1149899" y="2235517"/>
                  </a:lnTo>
                  <a:cubicBezTo>
                    <a:pt x="452900" y="1792989"/>
                    <a:pt x="20617" y="1033754"/>
                    <a:pt x="-4321" y="208553"/>
                  </a:cubicBezTo>
                  <a:lnTo>
                    <a:pt x="657492" y="-1612"/>
                  </a:lnTo>
                  <a:lnTo>
                    <a:pt x="1328922" y="208553"/>
                  </a:lnTo>
                  <a:cubicBezTo>
                    <a:pt x="1341236" y="379444"/>
                    <a:pt x="1392956" y="545213"/>
                    <a:pt x="1480043" y="692781"/>
                  </a:cubicBezTo>
                  <a:cubicBezTo>
                    <a:pt x="1564971" y="836575"/>
                    <a:pt x="1680905" y="959565"/>
                    <a:pt x="1819442" y="1052807"/>
                  </a:cubicBez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Graphic 3">
              <a:extLst>
                <a:ext uri="{FF2B5EF4-FFF2-40B4-BE49-F238E27FC236}">
                  <a16:creationId xmlns:a16="http://schemas.microsoft.com/office/drawing/2014/main" id="{037837D3-888D-4305-AF2D-309CAC832B1A}"/>
                </a:ext>
              </a:extLst>
            </p:cNvPr>
            <p:cNvSpPr/>
            <p:nvPr/>
          </p:nvSpPr>
          <p:spPr>
            <a:xfrm rot="1483458">
              <a:off x="4219616" y="4885164"/>
              <a:ext cx="2302239" cy="1474744"/>
            </a:xfrm>
            <a:custGeom>
              <a:avLst/>
              <a:gdLst>
                <a:gd name="connsiteX0" fmla="*/ 2297918 w 2302239"/>
                <a:gd name="connsiteY0" fmla="*/ 1176919 h 1474744"/>
                <a:gd name="connsiteX1" fmla="*/ -4321 w 2302239"/>
                <a:gd name="connsiteY1" fmla="*/ 1182716 h 1474744"/>
                <a:gd name="connsiteX2" fmla="*/ 135697 w 2302239"/>
                <a:gd name="connsiteY2" fmla="*/ 459250 h 1474744"/>
                <a:gd name="connsiteX3" fmla="*/ 665940 w 2302239"/>
                <a:gd name="connsiteY3" fmla="*/ -1612 h 1474744"/>
                <a:gd name="connsiteX4" fmla="*/ 1395652 w 2302239"/>
                <a:gd name="connsiteY4" fmla="*/ 79273 h 1474744"/>
                <a:gd name="connsiteX5" fmla="*/ 1624601 w 2302239"/>
                <a:gd name="connsiteY5" fmla="*/ 6 h 1474744"/>
                <a:gd name="connsiteX6" fmla="*/ 1695869 w 2302239"/>
                <a:gd name="connsiteY6" fmla="*/ 682490 h 147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2239" h="1474744">
                  <a:moveTo>
                    <a:pt x="2297918" y="1176919"/>
                  </a:moveTo>
                  <a:cubicBezTo>
                    <a:pt x="1581326" y="1569793"/>
                    <a:pt x="714246" y="1571995"/>
                    <a:pt x="-4321" y="1182716"/>
                  </a:cubicBezTo>
                  <a:lnTo>
                    <a:pt x="135697" y="459250"/>
                  </a:lnTo>
                  <a:lnTo>
                    <a:pt x="665940" y="-1612"/>
                  </a:lnTo>
                  <a:cubicBezTo>
                    <a:pt x="893271" y="106324"/>
                    <a:pt x="1150213" y="134814"/>
                    <a:pt x="1395652" y="79273"/>
                  </a:cubicBezTo>
                  <a:cubicBezTo>
                    <a:pt x="1474650" y="61298"/>
                    <a:pt x="1551401" y="34742"/>
                    <a:pt x="1624601" y="6"/>
                  </a:cubicBezTo>
                  <a:lnTo>
                    <a:pt x="1695869" y="682490"/>
                  </a:lnTo>
                  <a:close/>
                </a:path>
              </a:pathLst>
            </a:custGeom>
            <a:grpFill/>
            <a:ln w="4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57FB1A36-5430-45DC-AD88-3BD8847AB1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82F9D7-4D91-4F9E-B438-FFF0D2AE7E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9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6 option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ep 17">
            <a:extLst>
              <a:ext uri="{FF2B5EF4-FFF2-40B4-BE49-F238E27FC236}">
                <a16:creationId xmlns:a16="http://schemas.microsoft.com/office/drawing/2014/main" id="{3D09DD10-DF93-4B73-9390-3ABEB1A6BD55}"/>
              </a:ext>
            </a:extLst>
          </p:cNvPr>
          <p:cNvGrpSpPr/>
          <p:nvPr/>
        </p:nvGrpSpPr>
        <p:grpSpPr>
          <a:xfrm>
            <a:off x="3604177" y="1557380"/>
            <a:ext cx="4994542" cy="4989356"/>
            <a:chOff x="3604177" y="1557380"/>
            <a:chExt cx="4994542" cy="498935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</p:grpSpPr>
        <p:sp>
          <p:nvSpPr>
            <p:cNvPr id="12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90430" y="1557380"/>
              <a:ext cx="2013766" cy="1878261"/>
            </a:xfrm>
            <a:custGeom>
              <a:avLst/>
              <a:gdLst>
                <a:gd name="connsiteX0" fmla="*/ 2012943 w 2013766"/>
                <a:gd name="connsiteY0" fmla="*/ 1428735 h 1878261"/>
                <a:gd name="connsiteX1" fmla="*/ 2012943 w 2013766"/>
                <a:gd name="connsiteY1" fmla="*/ -223 h 1878261"/>
                <a:gd name="connsiteX2" fmla="*/ -823 w 2013766"/>
                <a:gd name="connsiteY2" fmla="*/ 1163884 h 1878261"/>
                <a:gd name="connsiteX3" fmla="*/ 523365 w 2013766"/>
                <a:gd name="connsiteY3" fmla="*/ 1466662 h 1878261"/>
                <a:gd name="connsiteX4" fmla="*/ 1236547 w 2013766"/>
                <a:gd name="connsiteY4" fmla="*/ 1878039 h 1878261"/>
                <a:gd name="connsiteX5" fmla="*/ 2012943 w 2013766"/>
                <a:gd name="connsiteY5" fmla="*/ 1428735 h 187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3766" h="1878261">
                  <a:moveTo>
                    <a:pt x="2012943" y="1428735"/>
                  </a:moveTo>
                  <a:lnTo>
                    <a:pt x="2012943" y="-223"/>
                  </a:lnTo>
                  <a:cubicBezTo>
                    <a:pt x="1191358" y="33913"/>
                    <a:pt x="438756" y="468954"/>
                    <a:pt x="-823" y="1163884"/>
                  </a:cubicBezTo>
                  <a:lnTo>
                    <a:pt x="523365" y="1466662"/>
                  </a:lnTo>
                  <a:lnTo>
                    <a:pt x="1236547" y="1878039"/>
                  </a:lnTo>
                  <a:cubicBezTo>
                    <a:pt x="1417405" y="1622201"/>
                    <a:pt x="1700991" y="1458072"/>
                    <a:pt x="2012943" y="1428735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604177" y="2890058"/>
              <a:ext cx="1524750" cy="2325620"/>
            </a:xfrm>
            <a:custGeom>
              <a:avLst/>
              <a:gdLst>
                <a:gd name="connsiteX0" fmla="*/ 1523927 w 1524750"/>
                <a:gd name="connsiteY0" fmla="*/ 712959 h 2325620"/>
                <a:gd name="connsiteX1" fmla="*/ 286557 w 1524750"/>
                <a:gd name="connsiteY1" fmla="*/ -223 h 2325620"/>
                <a:gd name="connsiteX2" fmla="*/ 286557 w 1524750"/>
                <a:gd name="connsiteY2" fmla="*/ 2325398 h 2325620"/>
                <a:gd name="connsiteX3" fmla="*/ 1523927 w 1524750"/>
                <a:gd name="connsiteY3" fmla="*/ 1612216 h 2325620"/>
                <a:gd name="connsiteX4" fmla="*/ 1523927 w 1524750"/>
                <a:gd name="connsiteY4" fmla="*/ 715552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1523927" y="712959"/>
                  </a:moveTo>
                  <a:lnTo>
                    <a:pt x="286557" y="-223"/>
                  </a:lnTo>
                  <a:cubicBezTo>
                    <a:pt x="-96616" y="727644"/>
                    <a:pt x="-96616" y="1597531"/>
                    <a:pt x="286557" y="2325398"/>
                  </a:cubicBezTo>
                  <a:lnTo>
                    <a:pt x="1523927" y="1612216"/>
                  </a:lnTo>
                  <a:cubicBezTo>
                    <a:pt x="1392637" y="1327754"/>
                    <a:pt x="1392637" y="1000014"/>
                    <a:pt x="1523927" y="715552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8700" y="1557380"/>
              <a:ext cx="2015386" cy="1877289"/>
            </a:xfrm>
            <a:custGeom>
              <a:avLst/>
              <a:gdLst>
                <a:gd name="connsiteX0" fmla="*/ 777194 w 2015386"/>
                <a:gd name="connsiteY0" fmla="*/ 1877066 h 1877289"/>
                <a:gd name="connsiteX1" fmla="*/ 2014564 w 2015386"/>
                <a:gd name="connsiteY1" fmla="*/ 1163884 h 1877289"/>
                <a:gd name="connsiteX2" fmla="*/ -823 w 2015386"/>
                <a:gd name="connsiteY2" fmla="*/ -223 h 1877289"/>
                <a:gd name="connsiteX3" fmla="*/ -823 w 2015386"/>
                <a:gd name="connsiteY3" fmla="*/ 1428735 h 1877289"/>
                <a:gd name="connsiteX4" fmla="*/ 777194 w 2015386"/>
                <a:gd name="connsiteY4" fmla="*/ 1877066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777194" y="1877066"/>
                  </a:moveTo>
                  <a:lnTo>
                    <a:pt x="2014564" y="1163884"/>
                  </a:lnTo>
                  <a:cubicBezTo>
                    <a:pt x="1574660" y="468467"/>
                    <a:pt x="821346" y="33362"/>
                    <a:pt x="-823" y="-223"/>
                  </a:cubicBezTo>
                  <a:lnTo>
                    <a:pt x="-823" y="1428735"/>
                  </a:lnTo>
                  <a:cubicBezTo>
                    <a:pt x="311550" y="1457391"/>
                    <a:pt x="595786" y="1621163"/>
                    <a:pt x="777194" y="1877066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3989134" y="4668150"/>
              <a:ext cx="2015062" cy="1878586"/>
            </a:xfrm>
            <a:custGeom>
              <a:avLst/>
              <a:gdLst>
                <a:gd name="connsiteX0" fmla="*/ 1236223 w 2015062"/>
                <a:gd name="connsiteY0" fmla="*/ -223 h 1878586"/>
                <a:gd name="connsiteX1" fmla="*/ -823 w 2015062"/>
                <a:gd name="connsiteY1" fmla="*/ 712959 h 1878586"/>
                <a:gd name="connsiteX2" fmla="*/ 2014239 w 2015062"/>
                <a:gd name="connsiteY2" fmla="*/ 1878363 h 1878586"/>
                <a:gd name="connsiteX3" fmla="*/ 2014239 w 2015062"/>
                <a:gd name="connsiteY3" fmla="*/ 448434 h 1878586"/>
                <a:gd name="connsiteX4" fmla="*/ 1236223 w 2015062"/>
                <a:gd name="connsiteY4" fmla="*/ -223 h 1878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062" h="1878586">
                  <a:moveTo>
                    <a:pt x="1236223" y="-223"/>
                  </a:moveTo>
                  <a:lnTo>
                    <a:pt x="-823" y="712959"/>
                  </a:lnTo>
                  <a:cubicBezTo>
                    <a:pt x="438820" y="1408668"/>
                    <a:pt x="1191973" y="1844260"/>
                    <a:pt x="2014239" y="1878363"/>
                  </a:cubicBezTo>
                  <a:lnTo>
                    <a:pt x="2014239" y="448434"/>
                  </a:lnTo>
                  <a:cubicBezTo>
                    <a:pt x="1701832" y="419615"/>
                    <a:pt x="1417630" y="255713"/>
                    <a:pt x="1236223" y="-223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7073969" y="2887465"/>
              <a:ext cx="1524750" cy="2325620"/>
            </a:xfrm>
            <a:custGeom>
              <a:avLst/>
              <a:gdLst>
                <a:gd name="connsiteX0" fmla="*/ -823 w 1524750"/>
                <a:gd name="connsiteY0" fmla="*/ 715553 h 2325620"/>
                <a:gd name="connsiteX1" fmla="*/ -823 w 1524750"/>
                <a:gd name="connsiteY1" fmla="*/ 1612216 h 2325620"/>
                <a:gd name="connsiteX2" fmla="*/ 1236547 w 1524750"/>
                <a:gd name="connsiteY2" fmla="*/ 2325398 h 2325620"/>
                <a:gd name="connsiteX3" fmla="*/ 1236547 w 1524750"/>
                <a:gd name="connsiteY3" fmla="*/ -223 h 2325620"/>
                <a:gd name="connsiteX4" fmla="*/ 800858 w 1524750"/>
                <a:gd name="connsiteY4" fmla="*/ 251336 h 23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750" h="2325620">
                  <a:moveTo>
                    <a:pt x="-823" y="715553"/>
                  </a:moveTo>
                  <a:cubicBezTo>
                    <a:pt x="130467" y="1000015"/>
                    <a:pt x="130467" y="1327754"/>
                    <a:pt x="-823" y="1612216"/>
                  </a:cubicBezTo>
                  <a:lnTo>
                    <a:pt x="1236547" y="2325398"/>
                  </a:lnTo>
                  <a:cubicBezTo>
                    <a:pt x="1619720" y="1597532"/>
                    <a:pt x="1619720" y="727644"/>
                    <a:pt x="1236547" y="-223"/>
                  </a:cubicBezTo>
                  <a:lnTo>
                    <a:pt x="800858" y="251336"/>
                  </a:ln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Graphic 3">
              <a:extLst>
                <a:ext uri="{FF2B5EF4-FFF2-40B4-BE49-F238E27FC236}">
                  <a16:creationId xmlns:a16="http://schemas.microsoft.com/office/drawing/2014/main" id="{677A3EDC-AE74-431E-9E11-3F23EA820598}"/>
                </a:ext>
              </a:extLst>
            </p:cNvPr>
            <p:cNvSpPr/>
            <p:nvPr/>
          </p:nvSpPr>
          <p:spPr>
            <a:xfrm>
              <a:off x="6197080" y="4669447"/>
              <a:ext cx="2015386" cy="1877289"/>
            </a:xfrm>
            <a:custGeom>
              <a:avLst/>
              <a:gdLst>
                <a:gd name="connsiteX0" fmla="*/ 2014564 w 2015386"/>
                <a:gd name="connsiteY0" fmla="*/ 712959 h 1877289"/>
                <a:gd name="connsiteX1" fmla="*/ 777194 w 2015386"/>
                <a:gd name="connsiteY1" fmla="*/ -223 h 1877289"/>
                <a:gd name="connsiteX2" fmla="*/ -823 w 2015386"/>
                <a:gd name="connsiteY2" fmla="*/ 448433 h 1877289"/>
                <a:gd name="connsiteX3" fmla="*/ -823 w 2015386"/>
                <a:gd name="connsiteY3" fmla="*/ 1877066 h 1877289"/>
                <a:gd name="connsiteX4" fmla="*/ 2014564 w 2015386"/>
                <a:gd name="connsiteY4" fmla="*/ 712959 h 187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386" h="1877289">
                  <a:moveTo>
                    <a:pt x="2014564" y="712959"/>
                  </a:moveTo>
                  <a:lnTo>
                    <a:pt x="777194" y="-223"/>
                  </a:lnTo>
                  <a:cubicBezTo>
                    <a:pt x="595883" y="255842"/>
                    <a:pt x="311616" y="419776"/>
                    <a:pt x="-823" y="448433"/>
                  </a:cubicBezTo>
                  <a:lnTo>
                    <a:pt x="-823" y="1877066"/>
                  </a:lnTo>
                  <a:cubicBezTo>
                    <a:pt x="821312" y="1843352"/>
                    <a:pt x="1574563" y="1408279"/>
                    <a:pt x="2014564" y="712959"/>
                  </a:cubicBezTo>
                  <a:close/>
                </a:path>
              </a:pathLst>
            </a:custGeom>
            <a:grpFill/>
            <a:ln w="3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F7B1B397-9AA8-4997-ACE1-7F4274326884}"/>
              </a:ext>
            </a:extLst>
          </p:cNvPr>
          <p:cNvSpPr/>
          <p:nvPr/>
        </p:nvSpPr>
        <p:spPr>
          <a:xfrm rot="1483458">
            <a:off x="4824296" y="2763114"/>
            <a:ext cx="2535183" cy="25351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jdelijke aanduiding voor tekst 11">
            <a:extLst>
              <a:ext uri="{FF2B5EF4-FFF2-40B4-BE49-F238E27FC236}">
                <a16:creationId xmlns:a16="http://schemas.microsoft.com/office/drawing/2014/main" id="{7E38A256-D432-4A42-990F-0968675006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148" y="1990935"/>
            <a:ext cx="2510881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D5AD455-BC7B-416D-B4C5-D66C6E990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122" y="5250834"/>
            <a:ext cx="2505908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jdelijke aanduiding voor tekst 11">
            <a:extLst>
              <a:ext uri="{FF2B5EF4-FFF2-40B4-BE49-F238E27FC236}">
                <a16:creationId xmlns:a16="http://schemas.microsoft.com/office/drawing/2014/main" id="{2E8AC28C-3A8A-4A04-9E36-F384F076D2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5343" y="199093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188834F8-CE3E-48BE-BC87-290542EDC7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15343" y="5265495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7880094D-23F0-4D30-862B-B9CB69091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710" y="3562031"/>
            <a:ext cx="2473177" cy="96268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A897AB8D-CB8F-4926-ACD1-DA67C4827A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5343" y="3574530"/>
            <a:ext cx="2555578" cy="962688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FD3F3DF2-0A8E-4336-8842-E0D951F3B531}"/>
              </a:ext>
            </a:extLst>
          </p:cNvPr>
          <p:cNvCxnSpPr>
            <a:cxnSpLocks/>
          </p:cNvCxnSpPr>
          <p:nvPr/>
        </p:nvCxnSpPr>
        <p:spPr>
          <a:xfrm>
            <a:off x="6910741" y="2471252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4016C184-396D-40A8-B2EF-9DBB7999B060}"/>
              </a:ext>
            </a:extLst>
          </p:cNvPr>
          <p:cNvCxnSpPr>
            <a:cxnSpLocks/>
          </p:cNvCxnSpPr>
          <p:nvPr/>
        </p:nvCxnSpPr>
        <p:spPr>
          <a:xfrm>
            <a:off x="7926283" y="4043375"/>
            <a:ext cx="824312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5FB0855-65EF-489B-BEBA-4A4DCAA76442}"/>
              </a:ext>
            </a:extLst>
          </p:cNvPr>
          <p:cNvCxnSpPr>
            <a:cxnSpLocks/>
          </p:cNvCxnSpPr>
          <p:nvPr/>
        </p:nvCxnSpPr>
        <p:spPr>
          <a:xfrm>
            <a:off x="6910741" y="5732178"/>
            <a:ext cx="1839854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 w="sm" len="sm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82F01B7F-E955-440A-B0E0-7E72D5BBCFFB}"/>
              </a:ext>
            </a:extLst>
          </p:cNvPr>
          <p:cNvCxnSpPr>
            <a:cxnSpLocks/>
          </p:cNvCxnSpPr>
          <p:nvPr/>
        </p:nvCxnSpPr>
        <p:spPr>
          <a:xfrm>
            <a:off x="3391471" y="2471252"/>
            <a:ext cx="18072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882B6FB-CDD3-4B60-9B92-E1E8A848AAC6}"/>
              </a:ext>
            </a:extLst>
          </p:cNvPr>
          <p:cNvCxnSpPr>
            <a:cxnSpLocks/>
          </p:cNvCxnSpPr>
          <p:nvPr/>
        </p:nvCxnSpPr>
        <p:spPr>
          <a:xfrm>
            <a:off x="3359071" y="4043375"/>
            <a:ext cx="8244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5142415A-B45F-4A6A-ABE9-E048AC61D929}"/>
              </a:ext>
            </a:extLst>
          </p:cNvPr>
          <p:cNvCxnSpPr>
            <a:cxnSpLocks/>
          </p:cNvCxnSpPr>
          <p:nvPr/>
        </p:nvCxnSpPr>
        <p:spPr>
          <a:xfrm>
            <a:off x="3359071" y="5727403"/>
            <a:ext cx="1839600" cy="0"/>
          </a:xfrm>
          <a:prstGeom prst="straightConnector1">
            <a:avLst/>
          </a:prstGeom>
          <a:ln w="12700">
            <a:solidFill>
              <a:schemeClr val="tx1"/>
            </a:solidFill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jdelijke aanduiding voor tekst 11">
            <a:extLst>
              <a:ext uri="{FF2B5EF4-FFF2-40B4-BE49-F238E27FC236}">
                <a16:creationId xmlns:a16="http://schemas.microsoft.com/office/drawing/2014/main" id="{1EDD9556-EE01-4EF9-97AE-8385061BE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2697" y="3096028"/>
            <a:ext cx="1961272" cy="190064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nl-NL" dirty="0"/>
              <a:t>KEY MESSAGE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661CB57-2B67-460B-8583-FC48164673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86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- 5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6BB5B-14D2-4A70-B1FE-79DB3547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498B4DCE-2704-40D5-AFF2-FF3510C238F1}"/>
              </a:ext>
            </a:extLst>
          </p:cNvPr>
          <p:cNvCxnSpPr/>
          <p:nvPr/>
        </p:nvCxnSpPr>
        <p:spPr>
          <a:xfrm>
            <a:off x="1729824" y="3517948"/>
            <a:ext cx="0" cy="11600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jdelijke aanduiding voor tekst 11">
            <a:extLst>
              <a:ext uri="{FF2B5EF4-FFF2-40B4-BE49-F238E27FC236}">
                <a16:creationId xmlns:a16="http://schemas.microsoft.com/office/drawing/2014/main" id="{80F700A6-B198-4148-80A5-AF17F78C93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147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D33FE0A0-4B7D-426F-A670-0313E74E861E}"/>
              </a:ext>
            </a:extLst>
          </p:cNvPr>
          <p:cNvCxnSpPr/>
          <p:nvPr/>
        </p:nvCxnSpPr>
        <p:spPr>
          <a:xfrm>
            <a:off x="6106500" y="3517948"/>
            <a:ext cx="0" cy="1160060"/>
          </a:xfrm>
          <a:prstGeom prst="line">
            <a:avLst/>
          </a:prstGeom>
          <a:ln w="19050">
            <a:solidFill>
              <a:srgbClr val="FF7A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ijdelijke aanduiding voor tekst 11">
            <a:extLst>
              <a:ext uri="{FF2B5EF4-FFF2-40B4-BE49-F238E27FC236}">
                <a16:creationId xmlns:a16="http://schemas.microsoft.com/office/drawing/2014/main" id="{CADC3538-E5D6-45E1-A0AB-4E99727BD9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5823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FE017B11-C244-434F-929C-0784042EC907}"/>
              </a:ext>
            </a:extLst>
          </p:cNvPr>
          <p:cNvCxnSpPr/>
          <p:nvPr/>
        </p:nvCxnSpPr>
        <p:spPr>
          <a:xfrm>
            <a:off x="10508878" y="3517948"/>
            <a:ext cx="0" cy="116006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jdelijke aanduiding voor tekst 11">
            <a:extLst>
              <a:ext uri="{FF2B5EF4-FFF2-40B4-BE49-F238E27FC236}">
                <a16:creationId xmlns:a16="http://schemas.microsoft.com/office/drawing/2014/main" id="{7C33880C-2605-40BC-8CC8-EEE1D1900D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8201" y="4851451"/>
            <a:ext cx="2510881" cy="1154361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353B1555-FDDB-4621-BE82-AE12B1A72360}"/>
              </a:ext>
            </a:extLst>
          </p:cNvPr>
          <p:cNvCxnSpPr/>
          <p:nvPr/>
        </p:nvCxnSpPr>
        <p:spPr>
          <a:xfrm>
            <a:off x="3920131" y="3269509"/>
            <a:ext cx="0" cy="1160060"/>
          </a:xfrm>
          <a:prstGeom prst="line">
            <a:avLst/>
          </a:prstGeom>
          <a:ln w="19050">
            <a:solidFill>
              <a:srgbClr val="FF84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jdelijke aanduiding voor tekst 11">
            <a:extLst>
              <a:ext uri="{FF2B5EF4-FFF2-40B4-BE49-F238E27FC236}">
                <a16:creationId xmlns:a16="http://schemas.microsoft.com/office/drawing/2014/main" id="{CC49ADED-9845-4F27-AD1D-83B9AF69B2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58726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178A62CD-F80E-4B85-A96E-E6E982B911E9}"/>
              </a:ext>
            </a:extLst>
          </p:cNvPr>
          <p:cNvCxnSpPr/>
          <p:nvPr/>
        </p:nvCxnSpPr>
        <p:spPr>
          <a:xfrm>
            <a:off x="8285323" y="3269509"/>
            <a:ext cx="0" cy="1160060"/>
          </a:xfrm>
          <a:prstGeom prst="line">
            <a:avLst/>
          </a:prstGeom>
          <a:ln w="19050">
            <a:solidFill>
              <a:srgbClr val="FF6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jdelijke aanduiding voor tekst 11">
            <a:extLst>
              <a:ext uri="{FF2B5EF4-FFF2-40B4-BE49-F238E27FC236}">
                <a16:creationId xmlns:a16="http://schemas.microsoft.com/office/drawing/2014/main" id="{517B8485-E6B7-4B58-A92D-95A6E3DC25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23918" y="1961626"/>
            <a:ext cx="2510881" cy="1160060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46A9B1A9-0FF1-4592-AAD4-7197D0D6927B}"/>
              </a:ext>
            </a:extLst>
          </p:cNvPr>
          <p:cNvGrpSpPr/>
          <p:nvPr/>
        </p:nvGrpSpPr>
        <p:grpSpPr>
          <a:xfrm>
            <a:off x="850232" y="2933444"/>
            <a:ext cx="10506076" cy="2064357"/>
            <a:chOff x="1607298" y="2320542"/>
            <a:chExt cx="11440281" cy="2247921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1594000" scaled="0"/>
          </a:gradFill>
        </p:grpSpPr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34FC95EC-A784-4490-8B22-EDDD0F141F40}"/>
                </a:ext>
              </a:extLst>
            </p:cNvPr>
            <p:cNvSpPr/>
            <p:nvPr/>
          </p:nvSpPr>
          <p:spPr>
            <a:xfrm rot="2700000">
              <a:off x="1607298" y="2333873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Graphic 3">
              <a:extLst>
                <a:ext uri="{FF2B5EF4-FFF2-40B4-BE49-F238E27FC236}">
                  <a16:creationId xmlns:a16="http://schemas.microsoft.com/office/drawing/2014/main" id="{E4734907-6B2B-4F61-91A1-5C684C8AC19F}"/>
                </a:ext>
              </a:extLst>
            </p:cNvPr>
            <p:cNvSpPr/>
            <p:nvPr userDrawn="1"/>
          </p:nvSpPr>
          <p:spPr>
            <a:xfrm rot="13500000">
              <a:off x="3988994" y="2652850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Graphic 3">
              <a:extLst>
                <a:ext uri="{FF2B5EF4-FFF2-40B4-BE49-F238E27FC236}">
                  <a16:creationId xmlns:a16="http://schemas.microsoft.com/office/drawing/2014/main" id="{19BBAD39-B46C-4BF9-B89A-61D77733B6D7}"/>
                </a:ext>
              </a:extLst>
            </p:cNvPr>
            <p:cNvSpPr/>
            <p:nvPr/>
          </p:nvSpPr>
          <p:spPr>
            <a:xfrm rot="2700000">
              <a:off x="6374818" y="2330914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Graphic 3">
              <a:extLst>
                <a:ext uri="{FF2B5EF4-FFF2-40B4-BE49-F238E27FC236}">
                  <a16:creationId xmlns:a16="http://schemas.microsoft.com/office/drawing/2014/main" id="{6A2C120C-4E53-4D7C-91E8-420768E4BF9B}"/>
                </a:ext>
              </a:extLst>
            </p:cNvPr>
            <p:cNvSpPr/>
            <p:nvPr userDrawn="1"/>
          </p:nvSpPr>
          <p:spPr>
            <a:xfrm rot="13500000">
              <a:off x="8749686" y="2642478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3" name="Graphic 3">
              <a:extLst>
                <a:ext uri="{FF2B5EF4-FFF2-40B4-BE49-F238E27FC236}">
                  <a16:creationId xmlns:a16="http://schemas.microsoft.com/office/drawing/2014/main" id="{E95C94CA-F2FD-4543-A9C3-B15FAD64980B}"/>
                </a:ext>
              </a:extLst>
            </p:cNvPr>
            <p:cNvSpPr/>
            <p:nvPr userDrawn="1"/>
          </p:nvSpPr>
          <p:spPr>
            <a:xfrm rot="2700000">
              <a:off x="11131966" y="2320542"/>
              <a:ext cx="1915613" cy="1915613"/>
            </a:xfrm>
            <a:custGeom>
              <a:avLst/>
              <a:gdLst>
                <a:gd name="connsiteX0" fmla="*/ -51 w 2995168"/>
                <a:gd name="connsiteY0" fmla="*/ 2995118 h 2995168"/>
                <a:gd name="connsiteX1" fmla="*/ 713289 w 2995168"/>
                <a:gd name="connsiteY1" fmla="*/ 2995118 h 2995168"/>
                <a:gd name="connsiteX2" fmla="*/ 2995118 w 2995168"/>
                <a:gd name="connsiteY2" fmla="*/ 713289 h 2995168"/>
                <a:gd name="connsiteX3" fmla="*/ 2995118 w 2995168"/>
                <a:gd name="connsiteY3" fmla="*/ 713289 h 2995168"/>
                <a:gd name="connsiteX4" fmla="*/ 2995118 w 2995168"/>
                <a:gd name="connsiteY4" fmla="*/ -51 h 2995168"/>
                <a:gd name="connsiteX5" fmla="*/ -51 w 2995168"/>
                <a:gd name="connsiteY5" fmla="*/ 2995118 h 299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168" h="2995168">
                  <a:moveTo>
                    <a:pt x="-51" y="2995118"/>
                  </a:moveTo>
                  <a:lnTo>
                    <a:pt x="713289" y="2995118"/>
                  </a:lnTo>
                  <a:cubicBezTo>
                    <a:pt x="713289" y="1734955"/>
                    <a:pt x="1734955" y="713289"/>
                    <a:pt x="2995118" y="713289"/>
                  </a:cubicBezTo>
                  <a:lnTo>
                    <a:pt x="2995118" y="713289"/>
                  </a:lnTo>
                  <a:lnTo>
                    <a:pt x="2995118" y="-51"/>
                  </a:lnTo>
                  <a:cubicBezTo>
                    <a:pt x="1340684" y="-51"/>
                    <a:pt x="-51" y="1340684"/>
                    <a:pt x="-51" y="2995118"/>
                  </a:cubicBezTo>
                </a:path>
              </a:pathLst>
            </a:custGeom>
            <a:grpFill/>
            <a:ln w="4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6B51E7-0FC1-41CA-9BCB-F5095E1C007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01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ov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600" b="0" baseline="0"/>
            </a:lvl1pPr>
          </a:lstStyle>
          <a:p>
            <a:pPr lvl="0"/>
            <a:r>
              <a:rPr lang="en-US" noProof="0"/>
              <a:t>Click icon to add media</a:t>
            </a:r>
            <a:endParaRPr lang="nl-BE" noProof="0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1"/>
          </p:nvPr>
        </p:nvSpPr>
        <p:spPr>
          <a:xfrm>
            <a:off x="5556609" y="3330933"/>
            <a:ext cx="1078786" cy="1078784"/>
          </a:xfrm>
          <a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ctr">
              <a:buNone/>
              <a:defRPr sz="133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2"/>
          </p:nvPr>
        </p:nvSpPr>
        <p:spPr>
          <a:xfrm>
            <a:off x="420284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3"/>
          </p:nvPr>
        </p:nvSpPr>
        <p:spPr>
          <a:xfrm>
            <a:off x="6731716" y="3870325"/>
            <a:ext cx="5040000" cy="36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1CEEFD70-3144-4EA9-A60E-E1C7E6D18F62}"/>
              </a:ext>
            </a:extLst>
          </p:cNvPr>
          <p:cNvSpPr/>
          <p:nvPr/>
        </p:nvSpPr>
        <p:spPr>
          <a:xfrm>
            <a:off x="-4858954" y="394173"/>
            <a:ext cx="3203717" cy="38738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180000" rIns="180000" rtlCol="0" anchor="t"/>
          <a:lstStyle/>
          <a:p>
            <a:pPr marL="0" marR="0" lvl="0" indent="0" defTabSz="914377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b="0" i="0" u="none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en-US" sz="1400" b="0" i="0" u="none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film toe</a:t>
            </a:r>
            <a:endParaRPr lang="nl-NL" sz="1400" b="0" i="0" u="none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47A48878-0506-4E44-8B23-5D499E8B78FA}"/>
              </a:ext>
            </a:extLst>
          </p:cNvPr>
          <p:cNvCxnSpPr>
            <a:cxnSpLocks/>
          </p:cNvCxnSpPr>
          <p:nvPr/>
        </p:nvCxnSpPr>
        <p:spPr>
          <a:xfrm>
            <a:off x="-4685618" y="673584"/>
            <a:ext cx="4309227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41" name="Tekstvak 40">
            <a:extLst>
              <a:ext uri="{FF2B5EF4-FFF2-40B4-BE49-F238E27FC236}">
                <a16:creationId xmlns:a16="http://schemas.microsoft.com/office/drawing/2014/main" id="{623AB98F-8702-466D-99CA-0D09D5974147}"/>
              </a:ext>
            </a:extLst>
          </p:cNvPr>
          <p:cNvSpPr txBox="1"/>
          <p:nvPr/>
        </p:nvSpPr>
        <p:spPr>
          <a:xfrm>
            <a:off x="-4685621" y="774064"/>
            <a:ext cx="2946092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Afbeeldingen kunnen toegevoegd worden via deze knoppen:</a:t>
            </a:r>
          </a:p>
        </p:txBody>
      </p:sp>
      <p:grpSp>
        <p:nvGrpSpPr>
          <p:cNvPr id="42" name="Groep 41">
            <a:extLst>
              <a:ext uri="{FF2B5EF4-FFF2-40B4-BE49-F238E27FC236}">
                <a16:creationId xmlns:a16="http://schemas.microsoft.com/office/drawing/2014/main" id="{B0D1267B-CF7E-4450-8B48-59FA4F5A53D3}"/>
              </a:ext>
            </a:extLst>
          </p:cNvPr>
          <p:cNvGrpSpPr/>
          <p:nvPr/>
        </p:nvGrpSpPr>
        <p:grpSpPr>
          <a:xfrm>
            <a:off x="-1425490" y="845069"/>
            <a:ext cx="250379" cy="249771"/>
            <a:chOff x="-706740" y="145633"/>
            <a:chExt cx="250379" cy="249771"/>
          </a:xfrm>
        </p:grpSpPr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F1DBA30E-3AC9-4705-972F-432EBD384C4D}"/>
                </a:ext>
              </a:extLst>
            </p:cNvPr>
            <p:cNvSpPr/>
            <p:nvPr userDrawn="1"/>
          </p:nvSpPr>
          <p:spPr>
            <a:xfrm rot="5400000">
              <a:off x="-695663" y="134556"/>
              <a:ext cx="216024" cy="238177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4" name="Gelijkbenige driehoek 128">
              <a:extLst>
                <a:ext uri="{FF2B5EF4-FFF2-40B4-BE49-F238E27FC236}">
                  <a16:creationId xmlns:a16="http://schemas.microsoft.com/office/drawing/2014/main" id="{72AE8D8B-3EA6-431B-9403-F78DC77A59CF}"/>
                </a:ext>
              </a:extLst>
            </p:cNvPr>
            <p:cNvSpPr/>
            <p:nvPr userDrawn="1"/>
          </p:nvSpPr>
          <p:spPr>
            <a:xfrm>
              <a:off x="-691695" y="241573"/>
              <a:ext cx="131236" cy="108025"/>
            </a:xfrm>
            <a:custGeom>
              <a:avLst/>
              <a:gdLst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0 w 165756"/>
                <a:gd name="connsiteY3" fmla="*/ 108025 h 108025"/>
                <a:gd name="connsiteX0" fmla="*/ 0 w 165756"/>
                <a:gd name="connsiteY0" fmla="*/ 108025 h 108025"/>
                <a:gd name="connsiteX1" fmla="*/ 82878 w 165756"/>
                <a:gd name="connsiteY1" fmla="*/ 0 h 108025"/>
                <a:gd name="connsiteX2" fmla="*/ 165756 w 165756"/>
                <a:gd name="connsiteY2" fmla="*/ 108025 h 108025"/>
                <a:gd name="connsiteX3" fmla="*/ 37140 w 165756"/>
                <a:gd name="connsiteY3" fmla="*/ 106895 h 108025"/>
                <a:gd name="connsiteX4" fmla="*/ 0 w 165756"/>
                <a:gd name="connsiteY4" fmla="*/ 108025 h 108025"/>
                <a:gd name="connsiteX0" fmla="*/ 0 w 165756"/>
                <a:gd name="connsiteY0" fmla="*/ 108025 h 108025"/>
                <a:gd name="connsiteX1" fmla="*/ 34520 w 165756"/>
                <a:gd name="connsiteY1" fmla="*/ 62354 h 108025"/>
                <a:gd name="connsiteX2" fmla="*/ 82878 w 165756"/>
                <a:gd name="connsiteY2" fmla="*/ 0 h 108025"/>
                <a:gd name="connsiteX3" fmla="*/ 165756 w 165756"/>
                <a:gd name="connsiteY3" fmla="*/ 108025 h 108025"/>
                <a:gd name="connsiteX4" fmla="*/ 37140 w 165756"/>
                <a:gd name="connsiteY4" fmla="*/ 106895 h 108025"/>
                <a:gd name="connsiteX5" fmla="*/ 0 w 165756"/>
                <a:gd name="connsiteY5" fmla="*/ 108025 h 108025"/>
                <a:gd name="connsiteX0" fmla="*/ 2620 w 131236"/>
                <a:gd name="connsiteY0" fmla="*/ 106895 h 108025"/>
                <a:gd name="connsiteX1" fmla="*/ 0 w 131236"/>
                <a:gd name="connsiteY1" fmla="*/ 62354 h 108025"/>
                <a:gd name="connsiteX2" fmla="*/ 48358 w 131236"/>
                <a:gd name="connsiteY2" fmla="*/ 0 h 108025"/>
                <a:gd name="connsiteX3" fmla="*/ 131236 w 131236"/>
                <a:gd name="connsiteY3" fmla="*/ 108025 h 108025"/>
                <a:gd name="connsiteX4" fmla="*/ 2620 w 131236"/>
                <a:gd name="connsiteY4" fmla="*/ 106895 h 10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36" h="108025">
                  <a:moveTo>
                    <a:pt x="2620" y="106895"/>
                  </a:moveTo>
                  <a:lnTo>
                    <a:pt x="0" y="62354"/>
                  </a:lnTo>
                  <a:lnTo>
                    <a:pt x="48358" y="0"/>
                  </a:lnTo>
                  <a:lnTo>
                    <a:pt x="131236" y="108025"/>
                  </a:lnTo>
                  <a:lnTo>
                    <a:pt x="2620" y="10689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45" name="Ovaal 44">
              <a:extLst>
                <a:ext uri="{FF2B5EF4-FFF2-40B4-BE49-F238E27FC236}">
                  <a16:creationId xmlns:a16="http://schemas.microsoft.com/office/drawing/2014/main" id="{2598491F-B788-4AAC-BFBC-1A5E9F22C49E}"/>
                </a:ext>
              </a:extLst>
            </p:cNvPr>
            <p:cNvSpPr/>
            <p:nvPr userDrawn="1"/>
          </p:nvSpPr>
          <p:spPr>
            <a:xfrm>
              <a:off x="-550874" y="173162"/>
              <a:ext cx="54000" cy="54000"/>
            </a:xfrm>
            <a:prstGeom prst="ellipse">
              <a:avLst/>
            </a:prstGeom>
            <a:solidFill>
              <a:srgbClr val="FFC000"/>
            </a:solidFill>
            <a:ln w="15875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GB" sz="1800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7D1AA91D-8A0E-418A-8A15-568986FDDCC3}"/>
                </a:ext>
              </a:extLst>
            </p:cNvPr>
            <p:cNvSpPr/>
            <p:nvPr userDrawn="1"/>
          </p:nvSpPr>
          <p:spPr>
            <a:xfrm rot="5400000">
              <a:off x="-576961" y="253117"/>
              <a:ext cx="108000" cy="13320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cxnSp>
          <p:nvCxnSpPr>
            <p:cNvPr id="47" name="Rechte verbindingslijn 46">
              <a:extLst>
                <a:ext uri="{FF2B5EF4-FFF2-40B4-BE49-F238E27FC236}">
                  <a16:creationId xmlns:a16="http://schemas.microsoft.com/office/drawing/2014/main" id="{C2DCC380-E160-4F6C-BEC6-78AA43095A5C}"/>
                </a:ext>
              </a:extLst>
            </p:cNvPr>
            <p:cNvCxnSpPr/>
            <p:nvPr userDrawn="1"/>
          </p:nvCxnSpPr>
          <p:spPr>
            <a:xfrm>
              <a:off x="-540961" y="395404"/>
              <a:ext cx="36000" cy="0"/>
            </a:xfrm>
            <a:prstGeom prst="line">
              <a:avLst/>
            </a:prstGeom>
            <a:solidFill>
              <a:schemeClr val="bg1"/>
            </a:solidFill>
            <a:ln w="1587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8" name="Tekstvak 47">
            <a:extLst>
              <a:ext uri="{FF2B5EF4-FFF2-40B4-BE49-F238E27FC236}">
                <a16:creationId xmlns:a16="http://schemas.microsoft.com/office/drawing/2014/main" id="{8A5F2955-E614-440D-B2FE-3A6BD25106DF}"/>
              </a:ext>
            </a:extLst>
          </p:cNvPr>
          <p:cNvSpPr txBox="1"/>
          <p:nvPr/>
        </p:nvSpPr>
        <p:spPr>
          <a:xfrm>
            <a:off x="-4685621" y="1207658"/>
            <a:ext cx="4111304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De afbeelding wordt automatisch geschaald naar het ingestelde kader.</a:t>
            </a:r>
          </a:p>
        </p:txBody>
      </p:sp>
      <p:sp>
        <p:nvSpPr>
          <p:cNvPr id="49" name="Tekstvak 48">
            <a:extLst>
              <a:ext uri="{FF2B5EF4-FFF2-40B4-BE49-F238E27FC236}">
                <a16:creationId xmlns:a16="http://schemas.microsoft.com/office/drawing/2014/main" id="{165C8EA5-BEC1-4AC0-9E6E-7C362681A42B}"/>
              </a:ext>
            </a:extLst>
          </p:cNvPr>
          <p:cNvSpPr txBox="1"/>
          <p:nvPr/>
        </p:nvSpPr>
        <p:spPr>
          <a:xfrm>
            <a:off x="-4685621" y="1460671"/>
            <a:ext cx="3930700" cy="3622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Om een afbeelding te wijzigen, verwijder je best de huidige en begin je terug opnieuw.</a:t>
            </a:r>
          </a:p>
        </p:txBody>
      </p:sp>
      <p:grpSp>
        <p:nvGrpSpPr>
          <p:cNvPr id="50" name="Groep 49">
            <a:extLst>
              <a:ext uri="{FF2B5EF4-FFF2-40B4-BE49-F238E27FC236}">
                <a16:creationId xmlns:a16="http://schemas.microsoft.com/office/drawing/2014/main" id="{439C349D-FD25-444B-ADF5-07B4C9FA4994}"/>
              </a:ext>
            </a:extLst>
          </p:cNvPr>
          <p:cNvGrpSpPr/>
          <p:nvPr/>
        </p:nvGrpSpPr>
        <p:grpSpPr>
          <a:xfrm>
            <a:off x="-1073403" y="845068"/>
            <a:ext cx="252000" cy="216024"/>
            <a:chOff x="-932185" y="5325334"/>
            <a:chExt cx="252000" cy="216024"/>
          </a:xfrm>
        </p:grpSpPr>
        <p:sp>
          <p:nvSpPr>
            <p:cNvPr id="51" name="Rechthoek 50">
              <a:extLst>
                <a:ext uri="{FF2B5EF4-FFF2-40B4-BE49-F238E27FC236}">
                  <a16:creationId xmlns:a16="http://schemas.microsoft.com/office/drawing/2014/main" id="{F59DC191-F09F-45B3-9BB0-F21AFF78FAD3}"/>
                </a:ext>
              </a:extLst>
            </p:cNvPr>
            <p:cNvSpPr/>
            <p:nvPr userDrawn="1"/>
          </p:nvSpPr>
          <p:spPr>
            <a:xfrm rot="5400000">
              <a:off x="-914197" y="5307346"/>
              <a:ext cx="216024" cy="252000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grpSp>
          <p:nvGrpSpPr>
            <p:cNvPr id="52" name="Groep 51">
              <a:extLst>
                <a:ext uri="{FF2B5EF4-FFF2-40B4-BE49-F238E27FC236}">
                  <a16:creationId xmlns:a16="http://schemas.microsoft.com/office/drawing/2014/main" id="{B44A1207-8AD5-4602-BAE4-3023555ACD87}"/>
                </a:ext>
              </a:extLst>
            </p:cNvPr>
            <p:cNvGrpSpPr/>
            <p:nvPr userDrawn="1"/>
          </p:nvGrpSpPr>
          <p:grpSpPr>
            <a:xfrm>
              <a:off x="-925512" y="5325900"/>
              <a:ext cx="241658" cy="36000"/>
              <a:chOff x="-964435" y="5325900"/>
              <a:chExt cx="241658" cy="36000"/>
            </a:xfrm>
          </p:grpSpPr>
          <p:sp>
            <p:nvSpPr>
              <p:cNvPr id="61" name="Rechthoek 60">
                <a:extLst>
                  <a:ext uri="{FF2B5EF4-FFF2-40B4-BE49-F238E27FC236}">
                    <a16:creationId xmlns:a16="http://schemas.microsoft.com/office/drawing/2014/main" id="{88AA076E-194A-4EBE-BAC8-8B383661080A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42B11435-5F52-4C73-8B92-12B5195452DE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6C4E4824-E5D8-4022-8A19-72A2BD7F47CD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4" name="Rechthoek 63">
                <a:extLst>
                  <a:ext uri="{FF2B5EF4-FFF2-40B4-BE49-F238E27FC236}">
                    <a16:creationId xmlns:a16="http://schemas.microsoft.com/office/drawing/2014/main" id="{BAA2F00B-5D96-4B88-9CBE-560B618B43EB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5" name="Rechthoek 64">
                <a:extLst>
                  <a:ext uri="{FF2B5EF4-FFF2-40B4-BE49-F238E27FC236}">
                    <a16:creationId xmlns:a16="http://schemas.microsoft.com/office/drawing/2014/main" id="{E8D6AFBE-D8C3-4DDE-A9C6-E8DB9C836092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6" name="Rechthoek 65">
                <a:extLst>
                  <a:ext uri="{FF2B5EF4-FFF2-40B4-BE49-F238E27FC236}">
                    <a16:creationId xmlns:a16="http://schemas.microsoft.com/office/drawing/2014/main" id="{8D5B997B-A680-4C98-B4F9-FE04AC85B484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7" name="Rechthoek 66">
                <a:extLst>
                  <a:ext uri="{FF2B5EF4-FFF2-40B4-BE49-F238E27FC236}">
                    <a16:creationId xmlns:a16="http://schemas.microsoft.com/office/drawing/2014/main" id="{DEE1CAE3-36E4-40A8-9499-8DB7787C38B1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  <p:grpSp>
          <p:nvGrpSpPr>
            <p:cNvPr id="53" name="Groep 52">
              <a:extLst>
                <a:ext uri="{FF2B5EF4-FFF2-40B4-BE49-F238E27FC236}">
                  <a16:creationId xmlns:a16="http://schemas.microsoft.com/office/drawing/2014/main" id="{84329183-47F3-4535-A333-F2D18CB3EE83}"/>
                </a:ext>
              </a:extLst>
            </p:cNvPr>
            <p:cNvGrpSpPr/>
            <p:nvPr userDrawn="1"/>
          </p:nvGrpSpPr>
          <p:grpSpPr>
            <a:xfrm>
              <a:off x="-925512" y="5502593"/>
              <a:ext cx="241658" cy="36000"/>
              <a:chOff x="-964435" y="5325900"/>
              <a:chExt cx="241658" cy="36000"/>
            </a:xfrm>
          </p:grpSpPr>
          <p:sp>
            <p:nvSpPr>
              <p:cNvPr id="54" name="Rechthoek 53">
                <a:extLst>
                  <a:ext uri="{FF2B5EF4-FFF2-40B4-BE49-F238E27FC236}">
                    <a16:creationId xmlns:a16="http://schemas.microsoft.com/office/drawing/2014/main" id="{49C7A26D-E842-4193-A36B-F199F01096E4}"/>
                  </a:ext>
                </a:extLst>
              </p:cNvPr>
              <p:cNvSpPr/>
              <p:nvPr userDrawn="1"/>
            </p:nvSpPr>
            <p:spPr>
              <a:xfrm rot="5400000">
                <a:off x="-964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334E94C0-FA9A-4D4D-93AE-45DB4DE0E8EB}"/>
                  </a:ext>
                </a:extLst>
              </p:cNvPr>
              <p:cNvSpPr/>
              <p:nvPr userDrawn="1"/>
            </p:nvSpPr>
            <p:spPr>
              <a:xfrm rot="5400000">
                <a:off x="-928435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2DB6F8D9-454C-482B-A42B-26567DFA216B}"/>
                  </a:ext>
                </a:extLst>
              </p:cNvPr>
              <p:cNvSpPr/>
              <p:nvPr userDrawn="1"/>
            </p:nvSpPr>
            <p:spPr>
              <a:xfrm rot="5400000">
                <a:off x="-894436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0C8EFB32-A6A1-4844-B8CF-B16A4CFA3E27}"/>
                  </a:ext>
                </a:extLst>
              </p:cNvPr>
              <p:cNvSpPr/>
              <p:nvPr userDrawn="1"/>
            </p:nvSpPr>
            <p:spPr>
              <a:xfrm rot="5400000">
                <a:off x="-86150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B5BC8841-77D1-4FE2-9AFD-922920A7AB8A}"/>
                  </a:ext>
                </a:extLst>
              </p:cNvPr>
              <p:cNvSpPr/>
              <p:nvPr userDrawn="1"/>
            </p:nvSpPr>
            <p:spPr>
              <a:xfrm rot="5400000">
                <a:off x="-827504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81CBC155-3249-4821-9667-F42EE811689E}"/>
                  </a:ext>
                </a:extLst>
              </p:cNvPr>
              <p:cNvSpPr/>
              <p:nvPr userDrawn="1"/>
            </p:nvSpPr>
            <p:spPr>
              <a:xfrm rot="5400000">
                <a:off x="-793853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C5893313-C022-4420-822F-75B9D3745A88}"/>
                  </a:ext>
                </a:extLst>
              </p:cNvPr>
              <p:cNvSpPr/>
              <p:nvPr userDrawn="1"/>
            </p:nvSpPr>
            <p:spPr>
              <a:xfrm rot="5400000">
                <a:off x="-758777" y="5325900"/>
                <a:ext cx="36000" cy="36000"/>
              </a:xfrm>
              <a:prstGeom prst="rect">
                <a:avLst/>
              </a:prstGeom>
              <a:solidFill>
                <a:schemeClr val="bg1"/>
              </a:solidFill>
              <a:ln w="19050" cap="sq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00"/>
              </a:p>
            </p:txBody>
          </p:sp>
        </p:grpSp>
      </p:grpSp>
      <p:sp>
        <p:nvSpPr>
          <p:cNvPr id="68" name="Tekstvak 67">
            <a:extLst>
              <a:ext uri="{FF2B5EF4-FFF2-40B4-BE49-F238E27FC236}">
                <a16:creationId xmlns:a16="http://schemas.microsoft.com/office/drawing/2014/main" id="{40B4AD63-82E1-4FEA-809A-336B41E5B2E7}"/>
              </a:ext>
            </a:extLst>
          </p:cNvPr>
          <p:cNvSpPr txBox="1"/>
          <p:nvPr/>
        </p:nvSpPr>
        <p:spPr>
          <a:xfrm>
            <a:off x="-4685622" y="1884692"/>
            <a:ext cx="3930699" cy="15443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Je kan na het invoegen de foto nog verschuiven en/of  vergroten door de foto te: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Selecteren &gt; afbeeldingsopmaak &gt; bijsnijden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ENG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: select &gt; image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layout</a:t>
            </a: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 &gt; </a:t>
            </a:r>
            <a:r>
              <a:rPr kumimoji="0" lang="nl-NL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crop</a:t>
            </a: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Segoe UI Light" panose="020B0502040204020203" pitchFamily="34" charset="0"/>
              </a:rPr>
              <a:t>Nu kan je de foto zelf verslepen en/of vergroten/verkleinen in het kader.</a:t>
            </a:r>
          </a:p>
        </p:txBody>
      </p:sp>
    </p:spTree>
    <p:extLst>
      <p:ext uri="{BB962C8B-B14F-4D97-AF65-F5344CB8AC3E}">
        <p14:creationId xmlns:p14="http://schemas.microsoft.com/office/powerpoint/2010/main" val="261295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animBg="1">
        <p:tmplLst>
          <p:tmpl>
            <p:tnLst>
              <p:par>
                <p:cTn presetID="31" presetClass="exit" presetSubtype="0" fill="hold" nodeType="clickEffect">
                  <p:stCondLst>
                    <p:cond delay="0"/>
                  </p:stCondLst>
                  <p:childTnLst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ppt_w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ppt_h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/>
                        <p:tgtEl>
                          <p:spTgt spid="8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fltVal val="90"/>
                          </p:val>
                        </p:tav>
                      </p:tavLst>
                    </p:anim>
                    <p:animEffect transition="out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2" presetClass="exit" presetSubtype="2" fill="hold" nodeType="withEffect">
                  <p:stCondLst>
                    <p:cond delay="0"/>
                  </p:stCondLst>
                  <p:childTnLst>
                    <p:animEffect transition="out" filter="wipe(righ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2" presetClass="exit" presetSubtype="8" fill="hold" nodeType="withEffect">
                  <p:stCondLst>
                    <p:cond delay="0"/>
                  </p:stCondLst>
                  <p:childTnLst>
                    <p:animEffect transition="out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</p:bldLst>
  </p:timing>
  <p:hf hd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88B3013-47ED-4FAD-A566-5139DC315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295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88B3013-47ED-4FAD-A566-5139DC315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6B5BC1-541B-4C99-995E-687BF5B4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/>
          <a:lstStyle/>
          <a:p>
            <a:fld id="{C0B2EF14-4A5E-9745-A203-CFD0647536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83521"/>
      </p:ext>
    </p:extLst>
  </p:cSld>
  <p:clrMapOvr>
    <a:masterClrMapping/>
  </p:clrMapOvr>
  <p:hf hd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A3B2CE2-6E36-4B39-B81C-A871255F69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322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0" progId="TCLayout.ActiveDocument.1">
                  <p:embed/>
                </p:oleObj>
              </mc:Choice>
              <mc:Fallback>
                <p:oleObj name="think-cell Slide" r:id="rId3" imgW="532" imgH="53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A3B2CE2-6E36-4B39-B81C-A871255F69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hoek 8">
            <a:extLst>
              <a:ext uri="{FF2B5EF4-FFF2-40B4-BE49-F238E27FC236}">
                <a16:creationId xmlns:a16="http://schemas.microsoft.com/office/drawing/2014/main" id="{28089973-667C-4261-A3F8-79E71E532240}"/>
              </a:ext>
            </a:extLst>
          </p:cNvPr>
          <p:cNvSpPr/>
          <p:nvPr/>
        </p:nvSpPr>
        <p:spPr>
          <a:xfrm rot="14837460">
            <a:off x="1109866" y="4496958"/>
            <a:ext cx="1810388" cy="402719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229DEDC1-BA36-4BC1-AF5F-4E08D1D1F2DA}"/>
              </a:ext>
            </a:extLst>
          </p:cNvPr>
          <p:cNvSpPr/>
          <p:nvPr/>
        </p:nvSpPr>
        <p:spPr>
          <a:xfrm>
            <a:off x="6224337" y="1651889"/>
            <a:ext cx="7724891" cy="772489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>
              <a:solidFill>
                <a:schemeClr val="lt1"/>
              </a:solidFill>
            </a:endParaRPr>
          </a:p>
        </p:txBody>
      </p:sp>
      <p:sp>
        <p:nvSpPr>
          <p:cNvPr id="15" name="Ondertitel 2">
            <a:extLst>
              <a:ext uri="{FF2B5EF4-FFF2-40B4-BE49-F238E27FC236}">
                <a16:creationId xmlns:a16="http://schemas.microsoft.com/office/drawing/2014/main" id="{6B075DAC-FE98-441F-91A3-5F8B55C8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68" y="3989125"/>
            <a:ext cx="6365516" cy="18181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71A229C-676B-44C4-A449-BC2C885A974B}"/>
              </a:ext>
            </a:extLst>
          </p:cNvPr>
          <p:cNvSpPr txBox="1"/>
          <p:nvPr/>
        </p:nvSpPr>
        <p:spPr>
          <a:xfrm>
            <a:off x="676968" y="921330"/>
            <a:ext cx="63655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GB" sz="96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0214302"/>
      </p:ext>
    </p:extLst>
  </p:cSld>
  <p:clrMapOvr>
    <a:masterClrMapping/>
  </p:clrMapOvr>
  <p:hf hd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58A4A-602B-9F46-BCDA-E75145D8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2B3A3-464B-6B4B-98C9-882832127905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35858-31C3-1D47-846B-80B423D5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dataMinds Connect 2019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04DC2-3413-3548-8CF8-C5C663E9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EF14-4A5E-9745-A203-CFD06475368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9507F9A-98FE-9840-8666-8F444E9976E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36612" y="534210"/>
            <a:ext cx="10515599" cy="5745984"/>
          </a:xfrm>
          <a:effectLst>
            <a:outerShdw blurRad="139700" dist="38100" dir="2700000" algn="tl" rotWithShape="0">
              <a:schemeClr val="bg2">
                <a:lumMod val="50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48" Type="http://schemas.openxmlformats.org/officeDocument/2006/relationships/image" Target="../media/image3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tags" Target="../tags/tag11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oleObject" Target="../embeddings/oleObject1.bin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Relationship Id="rId46" Type="http://schemas.openxmlformats.org/officeDocument/2006/relationships/image" Target="../media/image3.svg"/><Relationship Id="rId20" Type="http://schemas.openxmlformats.org/officeDocument/2006/relationships/slideLayout" Target="../slideLayouts/slideLayout62.xml"/><Relationship Id="rId4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1730E57-8442-462B-B8B5-CDF9BC41C366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465089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532" imgH="530" progId="TCLayout.ActiveDocument.1">
                  <p:embed/>
                </p:oleObj>
              </mc:Choice>
              <mc:Fallback>
                <p:oleObj name="think-cell Slide" r:id="rId4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1730E57-8442-462B-B8B5-CDF9BC41C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8A345FA-29F6-4BBD-B4A4-DD8FAB76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AB4794-4042-4301-9E27-09262F537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7011"/>
            <a:ext cx="10515600" cy="4719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E95E442C-2180-4EA1-9B7F-83B87714B6D1}"/>
              </a:ext>
            </a:extLst>
          </p:cNvPr>
          <p:cNvSpPr/>
          <p:nvPr/>
        </p:nvSpPr>
        <p:spPr>
          <a:xfrm>
            <a:off x="156422" y="-556815"/>
            <a:ext cx="951430" cy="95143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7DC45953-A42E-4822-A553-CF8C4E660C83}"/>
              </a:ext>
            </a:extLst>
          </p:cNvPr>
          <p:cNvSpPr/>
          <p:nvPr/>
        </p:nvSpPr>
        <p:spPr>
          <a:xfrm rot="3657484">
            <a:off x="152287" y="661616"/>
            <a:ext cx="226963" cy="9814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216624FE-7E7B-417B-954A-44EECD185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00752"/>
            <a:ext cx="9001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Template made by Smartpresentations</a:t>
            </a:r>
            <a:endParaRPr lang="en-GB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637484-A90B-4745-B275-9C1F0E10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1814" y="6212089"/>
            <a:ext cx="1513764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7991-791C-44D3-A34B-0516733EAC0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515D763A-B394-4593-A8EB-D92117ECA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1442114" y="463348"/>
            <a:ext cx="593464" cy="2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4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5" r:id="rId40"/>
    <p:sldLayoutId id="2147483726" r:id="rId41"/>
    <p:sldLayoutId id="2147483767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4400" b="0" kern="1200" dirty="0" smtClean="0"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atin typeface="+mj-lt"/>
          <a:ea typeface="+mj-ea"/>
          <a:cs typeface="+mj-cs"/>
        </a:defRPr>
      </a:lvl1pPr>
    </p:titleStyle>
    <p:bodyStyle>
      <a:lvl1pPr marL="468000" indent="-468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64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96000" indent="-4320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1730E57-8442-462B-B8B5-CDF9BC41C366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465089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532" imgH="530" progId="TCLayout.ActiveDocument.1">
                  <p:embed/>
                </p:oleObj>
              </mc:Choice>
              <mc:Fallback>
                <p:oleObj name="think-cell Slide" r:id="rId4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1730E57-8442-462B-B8B5-CDF9BC41C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8A345FA-29F6-4BBD-B4A4-DD8FAB76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AB4794-4042-4301-9E27-09262F537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7011"/>
            <a:ext cx="10515600" cy="4719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E95E442C-2180-4EA1-9B7F-83B87714B6D1}"/>
              </a:ext>
            </a:extLst>
          </p:cNvPr>
          <p:cNvSpPr/>
          <p:nvPr/>
        </p:nvSpPr>
        <p:spPr>
          <a:xfrm>
            <a:off x="156422" y="-556815"/>
            <a:ext cx="951430" cy="951430"/>
          </a:xfrm>
          <a:custGeom>
            <a:avLst/>
            <a:gdLst>
              <a:gd name="connsiteX0" fmla="*/ 3319504 w 6639020"/>
              <a:gd name="connsiteY0" fmla="*/ -46 h 6639019"/>
              <a:gd name="connsiteX1" fmla="*/ 6638967 w 6639020"/>
              <a:gd name="connsiteY1" fmla="*/ 3319512 h 6639019"/>
              <a:gd name="connsiteX2" fmla="*/ 3319504 w 6639020"/>
              <a:gd name="connsiteY2" fmla="*/ 6638974 h 6639019"/>
              <a:gd name="connsiteX3" fmla="*/ -53 w 6639020"/>
              <a:gd name="connsiteY3" fmla="*/ 3319512 h 6639019"/>
              <a:gd name="connsiteX4" fmla="*/ 3319504 w 6639020"/>
              <a:gd name="connsiteY4" fmla="*/ -46 h 6639019"/>
              <a:gd name="connsiteX5" fmla="*/ 3319504 w 6639020"/>
              <a:gd name="connsiteY5" fmla="*/ 5057729 h 6639019"/>
              <a:gd name="connsiteX6" fmla="*/ 5057912 w 6639020"/>
              <a:gd name="connsiteY6" fmla="*/ 3319607 h 6639019"/>
              <a:gd name="connsiteX7" fmla="*/ 3319504 w 6639020"/>
              <a:gd name="connsiteY7" fmla="*/ 1581294 h 6639019"/>
              <a:gd name="connsiteX8" fmla="*/ 1581192 w 6639020"/>
              <a:gd name="connsiteY8" fmla="*/ 3319512 h 6639019"/>
              <a:gd name="connsiteX9" fmla="*/ 3319504 w 6639020"/>
              <a:gd name="connsiteY9" fmla="*/ 5057634 h 663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9020" h="6639019">
                <a:moveTo>
                  <a:pt x="3319504" y="-46"/>
                </a:moveTo>
                <a:cubicBezTo>
                  <a:pt x="5152876" y="-46"/>
                  <a:pt x="6638967" y="1485854"/>
                  <a:pt x="6638967" y="3319512"/>
                </a:cubicBezTo>
                <a:cubicBezTo>
                  <a:pt x="6638967" y="5153169"/>
                  <a:pt x="5153067" y="6638974"/>
                  <a:pt x="3319504" y="6638974"/>
                </a:cubicBezTo>
                <a:cubicBezTo>
                  <a:pt x="1485942" y="6638974"/>
                  <a:pt x="-53" y="5152884"/>
                  <a:pt x="-53" y="3319512"/>
                </a:cubicBezTo>
                <a:cubicBezTo>
                  <a:pt x="-53" y="1486140"/>
                  <a:pt x="1486037" y="-46"/>
                  <a:pt x="3319504" y="-46"/>
                </a:cubicBezTo>
                <a:moveTo>
                  <a:pt x="3319504" y="5057729"/>
                </a:moveTo>
                <a:cubicBezTo>
                  <a:pt x="4279148" y="5057729"/>
                  <a:pt x="5057912" y="4279632"/>
                  <a:pt x="5057912" y="3319607"/>
                </a:cubicBezTo>
                <a:cubicBezTo>
                  <a:pt x="5057912" y="2359582"/>
                  <a:pt x="4279148" y="1581294"/>
                  <a:pt x="3319504" y="1581294"/>
                </a:cubicBezTo>
                <a:cubicBezTo>
                  <a:pt x="2359861" y="1581294"/>
                  <a:pt x="1581192" y="2359582"/>
                  <a:pt x="1581192" y="3319512"/>
                </a:cubicBezTo>
                <a:cubicBezTo>
                  <a:pt x="1581192" y="4279441"/>
                  <a:pt x="2359480" y="5057634"/>
                  <a:pt x="3319504" y="5057634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7DC45953-A42E-4822-A553-CF8C4E660C83}"/>
              </a:ext>
            </a:extLst>
          </p:cNvPr>
          <p:cNvSpPr/>
          <p:nvPr/>
        </p:nvSpPr>
        <p:spPr>
          <a:xfrm rot="3657484">
            <a:off x="152287" y="661616"/>
            <a:ext cx="226963" cy="98145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515D763A-B394-4593-A8EB-D92117ECA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1442114" y="463348"/>
            <a:ext cx="593464" cy="2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6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  <p:sldLayoutId id="2147483796" r:id="rId28"/>
    <p:sldLayoutId id="2147483797" r:id="rId29"/>
    <p:sldLayoutId id="2147483798" r:id="rId30"/>
    <p:sldLayoutId id="2147483799" r:id="rId31"/>
    <p:sldLayoutId id="2147483800" r:id="rId32"/>
    <p:sldLayoutId id="2147483801" r:id="rId33"/>
    <p:sldLayoutId id="2147483802" r:id="rId34"/>
    <p:sldLayoutId id="2147483803" r:id="rId35"/>
    <p:sldLayoutId id="2147483804" r:id="rId36"/>
    <p:sldLayoutId id="2147483805" r:id="rId37"/>
    <p:sldLayoutId id="2147483806" r:id="rId38"/>
    <p:sldLayoutId id="2147483807" r:id="rId39"/>
    <p:sldLayoutId id="2147483808" r:id="rId4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500" b="0" kern="1200" dirty="0" smtClean="0"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atin typeface="+mj-lt"/>
          <a:ea typeface="+mj-ea"/>
          <a:cs typeface="+mj-cs"/>
        </a:defRPr>
      </a:lvl1pPr>
    </p:titleStyle>
    <p:bodyStyle>
      <a:lvl1pPr marL="468000" indent="-468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64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96000" indent="-432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Tx/>
        <a:buBlip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10" Type="http://schemas.openxmlformats.org/officeDocument/2006/relationships/image" Target="../media/image21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10" Type="http://schemas.openxmlformats.org/officeDocument/2006/relationships/image" Target="../media/image35.pn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svg"/><Relationship Id="rId3" Type="http://schemas.openxmlformats.org/officeDocument/2006/relationships/image" Target="../media/image28.sv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0.jpeg"/><Relationship Id="rId15" Type="http://schemas.openxmlformats.org/officeDocument/2006/relationships/image" Target="../media/image41.svg"/><Relationship Id="rId10" Type="http://schemas.openxmlformats.org/officeDocument/2006/relationships/image" Target="../media/image36.svg"/><Relationship Id="rId4" Type="http://schemas.openxmlformats.org/officeDocument/2006/relationships/image" Target="../media/image29.svg"/><Relationship Id="rId9" Type="http://schemas.openxmlformats.org/officeDocument/2006/relationships/image" Target="../media/image35.png"/><Relationship Id="rId14" Type="http://schemas.openxmlformats.org/officeDocument/2006/relationships/image" Target="../media/image4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watch?v=Fct1dcZMyWs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qlkover.com/reading-afas-rest-api-data-with-azure-logic-apps/" TargetMode="External"/><Relationship Id="rId7" Type="http://schemas.openxmlformats.org/officeDocument/2006/relationships/hyperlink" Target="https://sqlkover.com/dynamically-map-json-to-sql-in-azure-data-factory/" TargetMode="External"/><Relationship Id="rId2" Type="http://schemas.openxmlformats.org/officeDocument/2006/relationships/hyperlink" Target="https://sqlkover.com/azure-data-factory-and-the-exact-online-rest-api-introduction/" TargetMode="External"/><Relationship Id="rId1" Type="http://schemas.openxmlformats.org/officeDocument/2006/relationships/slideLayout" Target="../slideLayouts/slideLayout40.xml"/><Relationship Id="rId6" Type="http://schemas.openxmlformats.org/officeDocument/2006/relationships/hyperlink" Target="https://www.mssqltips.com/sqlservertutorial/9399/building-flexible-and-dynamic-adf-pipelines/" TargetMode="External"/><Relationship Id="rId5" Type="http://schemas.openxmlformats.org/officeDocument/2006/relationships/hyperlink" Target="https://sqlkover.com/dynamic-datasets-in-azure-data-factory/" TargetMode="External"/><Relationship Id="rId4" Type="http://schemas.openxmlformats.org/officeDocument/2006/relationships/hyperlink" Target="https://sqlkover.com/build-once-add-metadata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19.xml"/><Relationship Id="rId5" Type="http://schemas.microsoft.com/office/2007/relationships/hdphoto" Target="../media/hdphoto1.wdp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6.png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derndata.ai/2018/12/scale-azure-sql-using-adf-web-activity/" TargetMode="Externa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pl.seequality.net/refreshing-a-power-bi-dataset-using-azure-data-factory/" TargetMode="Externa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29.svg"/><Relationship Id="rId18" Type="http://schemas.openxmlformats.org/officeDocument/2006/relationships/image" Target="../media/image83.svg"/><Relationship Id="rId3" Type="http://schemas.openxmlformats.org/officeDocument/2006/relationships/image" Target="../media/image75.png"/><Relationship Id="rId7" Type="http://schemas.openxmlformats.org/officeDocument/2006/relationships/image" Target="../media/image31.png"/><Relationship Id="rId12" Type="http://schemas.openxmlformats.org/officeDocument/2006/relationships/image" Target="../media/image28.svg"/><Relationship Id="rId17" Type="http://schemas.openxmlformats.org/officeDocument/2006/relationships/image" Target="../media/image33.svg"/><Relationship Id="rId2" Type="http://schemas.openxmlformats.org/officeDocument/2006/relationships/image" Target="../media/image74.png"/><Relationship Id="rId16" Type="http://schemas.openxmlformats.org/officeDocument/2006/relationships/image" Target="../media/image32.jpe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7.png"/><Relationship Id="rId11" Type="http://schemas.openxmlformats.org/officeDocument/2006/relationships/image" Target="../media/image81.png"/><Relationship Id="rId5" Type="http://schemas.openxmlformats.org/officeDocument/2006/relationships/image" Target="../media/image34.png"/><Relationship Id="rId15" Type="http://schemas.openxmlformats.org/officeDocument/2006/relationships/image" Target="../media/image30.jpeg"/><Relationship Id="rId10" Type="http://schemas.openxmlformats.org/officeDocument/2006/relationships/image" Target="../media/image80.svg"/><Relationship Id="rId19" Type="http://schemas.openxmlformats.org/officeDocument/2006/relationships/image" Target="../media/image84.svg"/><Relationship Id="rId4" Type="http://schemas.openxmlformats.org/officeDocument/2006/relationships/image" Target="../media/image76.png"/><Relationship Id="rId9" Type="http://schemas.openxmlformats.org/officeDocument/2006/relationships/image" Target="../media/image79.png"/><Relationship Id="rId14" Type="http://schemas.openxmlformats.org/officeDocument/2006/relationships/image" Target="../media/image82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cost-management-billing/reservations/fabric-capacity" TargetMode="External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fvLLYW5yW4" TargetMode="External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F947E6-8572-4936-27C4-EE9B0A9A8CC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86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7BDD566-33BA-C3A2-7005-727DA4035A5E}"/>
              </a:ext>
            </a:extLst>
          </p:cNvPr>
          <p:cNvSpPr txBox="1">
            <a:spLocks/>
          </p:cNvSpPr>
          <p:nvPr/>
        </p:nvSpPr>
        <p:spPr>
          <a:xfrm>
            <a:off x="580769" y="389407"/>
            <a:ext cx="8055038" cy="19031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b="1" dirty="0">
                <a:solidFill>
                  <a:srgbClr val="002060"/>
                </a:solidFill>
                <a:latin typeface="Borcer" pitchFamily="2" charset="0"/>
              </a:rPr>
              <a:t>Building the €100 data </a:t>
            </a:r>
            <a:r>
              <a:rPr lang="fr-FR" b="1" dirty="0" err="1">
                <a:solidFill>
                  <a:srgbClr val="002060"/>
                </a:solidFill>
                <a:latin typeface="Borcer" pitchFamily="2" charset="0"/>
              </a:rPr>
              <a:t>warehouse</a:t>
            </a:r>
            <a:r>
              <a:rPr lang="fr-FR" b="1" dirty="0">
                <a:solidFill>
                  <a:srgbClr val="002060"/>
                </a:solidFill>
                <a:latin typeface="Borcer" pitchFamily="2" charset="0"/>
              </a:rPr>
              <a:t> </a:t>
            </a:r>
            <a:r>
              <a:rPr lang="fr-FR" b="1" dirty="0" err="1">
                <a:solidFill>
                  <a:srgbClr val="002060"/>
                </a:solidFill>
                <a:latin typeface="Borcer" pitchFamily="2" charset="0"/>
              </a:rPr>
              <a:t>with</a:t>
            </a:r>
            <a:r>
              <a:rPr lang="fr-FR" b="1" dirty="0">
                <a:solidFill>
                  <a:srgbClr val="002060"/>
                </a:solidFill>
                <a:latin typeface="Borcer" pitchFamily="2" charset="0"/>
              </a:rPr>
              <a:t> the Azure Data Platform</a:t>
            </a:r>
          </a:p>
          <a:p>
            <a:pPr fontAlgn="auto">
              <a:spcAft>
                <a:spcPts val="0"/>
              </a:spcAft>
            </a:pP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(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okay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 and 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maybe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 a 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little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 bit of </a:t>
            </a:r>
            <a:r>
              <a:rPr lang="fr-FR" sz="2500" b="1" dirty="0" err="1">
                <a:solidFill>
                  <a:srgbClr val="002060"/>
                </a:solidFill>
                <a:latin typeface="Borcer" pitchFamily="2" charset="0"/>
              </a:rPr>
              <a:t>Fabric</a:t>
            </a:r>
            <a:r>
              <a:rPr lang="fr-FR" sz="2500" b="1" dirty="0">
                <a:solidFill>
                  <a:srgbClr val="002060"/>
                </a:solidFill>
                <a:latin typeface="Borcer" pitchFamily="2" charset="0"/>
              </a:rPr>
              <a:t>)</a:t>
            </a:r>
            <a:endParaRPr lang="nl-BE" sz="25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1A89A-D175-8B0C-9F0B-563547E128B4}"/>
              </a:ext>
            </a:extLst>
          </p:cNvPr>
          <p:cNvSpPr txBox="1"/>
          <p:nvPr/>
        </p:nvSpPr>
        <p:spPr>
          <a:xfrm>
            <a:off x="683463" y="2092458"/>
            <a:ext cx="322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chemeClr val="bg1"/>
                </a:solidFill>
                <a:latin typeface="Borcer"/>
              </a:rPr>
              <a:t>Koen Verbeeck - He / him</a:t>
            </a:r>
            <a:endParaRPr lang="nl-BE" sz="2000" b="0" dirty="0">
              <a:solidFill>
                <a:schemeClr val="bg1"/>
              </a:solidFill>
              <a:latin typeface="Borcer"/>
            </a:endParaRPr>
          </a:p>
        </p:txBody>
      </p:sp>
    </p:spTree>
    <p:extLst>
      <p:ext uri="{BB962C8B-B14F-4D97-AF65-F5344CB8AC3E}">
        <p14:creationId xmlns:p14="http://schemas.microsoft.com/office/powerpoint/2010/main" val="333635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9CC81-A8F4-4439-A4CA-3ADB2CF4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  <a:endParaRPr lang="nl-BE" dirty="0"/>
          </a:p>
        </p:txBody>
      </p:sp>
      <p:pic>
        <p:nvPicPr>
          <p:cNvPr id="1030" name="Picture 6" descr="LinkedIn logo">
            <a:extLst>
              <a:ext uri="{FF2B5EF4-FFF2-40B4-BE49-F238E27FC236}">
                <a16:creationId xmlns:a16="http://schemas.microsoft.com/office/drawing/2014/main" id="{ABD504F5-71D8-476F-9098-E5AC76643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764" y="-4401432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wnload Twitter Logo Png Transparent Background - Logo Twitter Png PNG  Image with No Background - PNGkey.com">
            <a:extLst>
              <a:ext uri="{FF2B5EF4-FFF2-40B4-BE49-F238E27FC236}">
                <a16:creationId xmlns:a16="http://schemas.microsoft.com/office/drawing/2014/main" id="{1A0F28DB-B120-4149-A9BF-B5891541B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909" y="-3502555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raphic 22">
            <a:extLst>
              <a:ext uri="{FF2B5EF4-FFF2-40B4-BE49-F238E27FC236}">
                <a16:creationId xmlns:a16="http://schemas.microsoft.com/office/drawing/2014/main" id="{D5894BAA-8AB2-65D9-1B7A-7DB41CB0FDDB}"/>
              </a:ext>
            </a:extLst>
          </p:cNvPr>
          <p:cNvSpPr/>
          <p:nvPr/>
        </p:nvSpPr>
        <p:spPr>
          <a:xfrm>
            <a:off x="2401908" y="-2558955"/>
            <a:ext cx="1192477" cy="739733"/>
          </a:xfrm>
          <a:custGeom>
            <a:avLst/>
            <a:gdLst>
              <a:gd name="connsiteX0" fmla="*/ 1048173 w 1144481"/>
              <a:gd name="connsiteY0" fmla="*/ 354330 h 688551"/>
              <a:gd name="connsiteX1" fmla="*/ 1144482 w 1144481"/>
              <a:gd name="connsiteY1" fmla="*/ 514138 h 688551"/>
              <a:gd name="connsiteX2" fmla="*/ 1024467 w 1144481"/>
              <a:gd name="connsiteY2" fmla="*/ 683048 h 688551"/>
              <a:gd name="connsiteX3" fmla="*/ 1000760 w 1144481"/>
              <a:gd name="connsiteY3" fmla="*/ 688552 h 688551"/>
              <a:gd name="connsiteX4" fmla="*/ 174413 w 1144481"/>
              <a:gd name="connsiteY4" fmla="*/ 688552 h 688551"/>
              <a:gd name="connsiteX5" fmla="*/ 0 w 1144481"/>
              <a:gd name="connsiteY5" fmla="*/ 495935 h 688551"/>
              <a:gd name="connsiteX6" fmla="*/ 174413 w 1144481"/>
              <a:gd name="connsiteY6" fmla="*/ 303318 h 688551"/>
              <a:gd name="connsiteX7" fmla="*/ 194310 w 1144481"/>
              <a:gd name="connsiteY7" fmla="*/ 305223 h 688551"/>
              <a:gd name="connsiteX8" fmla="*/ 327025 w 1144481"/>
              <a:gd name="connsiteY8" fmla="*/ 225213 h 688551"/>
              <a:gd name="connsiteX9" fmla="*/ 370628 w 1144481"/>
              <a:gd name="connsiteY9" fmla="*/ 232410 h 688551"/>
              <a:gd name="connsiteX10" fmla="*/ 370628 w 1144481"/>
              <a:gd name="connsiteY10" fmla="*/ 225213 h 688551"/>
              <a:gd name="connsiteX11" fmla="*/ 574040 w 1144481"/>
              <a:gd name="connsiteY11" fmla="*/ 0 h 688551"/>
              <a:gd name="connsiteX12" fmla="*/ 757555 w 1144481"/>
              <a:gd name="connsiteY12" fmla="*/ 130810 h 688551"/>
              <a:gd name="connsiteX13" fmla="*/ 853863 w 1144481"/>
              <a:gd name="connsiteY13" fmla="*/ 101812 h 688551"/>
              <a:gd name="connsiteX14" fmla="*/ 1050078 w 1144481"/>
              <a:gd name="connsiteY14" fmla="*/ 319828 h 688551"/>
              <a:gd name="connsiteX15" fmla="*/ 1048173 w 1144481"/>
              <a:gd name="connsiteY15" fmla="*/ 354330 h 68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44481" h="688551">
                <a:moveTo>
                  <a:pt x="1048173" y="354330"/>
                </a:moveTo>
                <a:cubicBezTo>
                  <a:pt x="1106382" y="381635"/>
                  <a:pt x="1144482" y="443442"/>
                  <a:pt x="1144482" y="514138"/>
                </a:cubicBezTo>
                <a:cubicBezTo>
                  <a:pt x="1144482" y="595842"/>
                  <a:pt x="1093682" y="664845"/>
                  <a:pt x="1024467" y="683048"/>
                </a:cubicBezTo>
                <a:lnTo>
                  <a:pt x="1000760" y="688552"/>
                </a:lnTo>
                <a:lnTo>
                  <a:pt x="174413" y="688552"/>
                </a:lnTo>
                <a:cubicBezTo>
                  <a:pt x="78105" y="688552"/>
                  <a:pt x="0" y="601345"/>
                  <a:pt x="0" y="495935"/>
                </a:cubicBezTo>
                <a:cubicBezTo>
                  <a:pt x="0" y="390525"/>
                  <a:pt x="78105" y="303318"/>
                  <a:pt x="174413" y="303318"/>
                </a:cubicBezTo>
                <a:cubicBezTo>
                  <a:pt x="181610" y="303318"/>
                  <a:pt x="187113" y="303318"/>
                  <a:pt x="194310" y="305223"/>
                </a:cubicBezTo>
                <a:cubicBezTo>
                  <a:pt x="223308" y="254423"/>
                  <a:pt x="272415" y="225213"/>
                  <a:pt x="327025" y="225213"/>
                </a:cubicBezTo>
                <a:cubicBezTo>
                  <a:pt x="341630" y="225213"/>
                  <a:pt x="356023" y="227118"/>
                  <a:pt x="370628" y="232410"/>
                </a:cubicBezTo>
                <a:cubicBezTo>
                  <a:pt x="370628" y="230505"/>
                  <a:pt x="370628" y="226907"/>
                  <a:pt x="370628" y="225213"/>
                </a:cubicBezTo>
                <a:cubicBezTo>
                  <a:pt x="370628" y="99907"/>
                  <a:pt x="461433" y="0"/>
                  <a:pt x="574040" y="0"/>
                </a:cubicBezTo>
                <a:cubicBezTo>
                  <a:pt x="652145" y="0"/>
                  <a:pt x="724747" y="52705"/>
                  <a:pt x="757555" y="130810"/>
                </a:cubicBezTo>
                <a:cubicBezTo>
                  <a:pt x="786553" y="112607"/>
                  <a:pt x="819362" y="101812"/>
                  <a:pt x="853863" y="101812"/>
                </a:cubicBezTo>
                <a:cubicBezTo>
                  <a:pt x="962872" y="101812"/>
                  <a:pt x="1050078" y="200025"/>
                  <a:pt x="1050078" y="319828"/>
                </a:cubicBezTo>
                <a:cubicBezTo>
                  <a:pt x="1051772" y="330835"/>
                  <a:pt x="1050078" y="341630"/>
                  <a:pt x="1048173" y="354330"/>
                </a:cubicBezTo>
                <a:close/>
              </a:path>
            </a:pathLst>
          </a:custGeom>
          <a:solidFill>
            <a:srgbClr val="00188F"/>
          </a:solidFill>
          <a:ln w="211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89FB90-D1F7-49D7-932B-7A915FE0122D}"/>
              </a:ext>
            </a:extLst>
          </p:cNvPr>
          <p:cNvSpPr txBox="1"/>
          <p:nvPr/>
        </p:nvSpPr>
        <p:spPr>
          <a:xfrm>
            <a:off x="1910130" y="2294509"/>
            <a:ext cx="2292321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Koen Verbeeck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E475E7-96DF-4E92-BDAA-A0A65DA568CE}"/>
              </a:ext>
            </a:extLst>
          </p:cNvPr>
          <p:cNvSpPr txBox="1"/>
          <p:nvPr/>
        </p:nvSpPr>
        <p:spPr>
          <a:xfrm>
            <a:off x="1910130" y="3148502"/>
            <a:ext cx="2292321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@Ko_Ver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574BF-8FBF-4BF2-976A-76C4D9FB4ED1}"/>
              </a:ext>
            </a:extLst>
          </p:cNvPr>
          <p:cNvSpPr txBox="1"/>
          <p:nvPr/>
        </p:nvSpPr>
        <p:spPr>
          <a:xfrm>
            <a:off x="1910130" y="4856489"/>
            <a:ext cx="2292321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SQLkover.com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35CD5-3FD7-F97A-67F8-48E48E5D262D}"/>
              </a:ext>
            </a:extLst>
          </p:cNvPr>
          <p:cNvSpPr txBox="1"/>
          <p:nvPr/>
        </p:nvSpPr>
        <p:spPr>
          <a:xfrm>
            <a:off x="1910130" y="4002495"/>
            <a:ext cx="2072947" cy="26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t>@koenv.bsky.social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16D830-E522-4C0C-E78D-8F34E7373740}"/>
              </a:ext>
            </a:extLst>
          </p:cNvPr>
          <p:cNvGrpSpPr/>
          <p:nvPr/>
        </p:nvGrpSpPr>
        <p:grpSpPr>
          <a:xfrm>
            <a:off x="994023" y="3042655"/>
            <a:ext cx="670848" cy="671487"/>
            <a:chOff x="-3669270" y="3958097"/>
            <a:chExt cx="2773132" cy="2772242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DBAAF9-C70C-DDDD-6ECA-5D5595B99B11}"/>
                </a:ext>
              </a:extLst>
            </p:cNvPr>
            <p:cNvSpPr/>
            <p:nvPr/>
          </p:nvSpPr>
          <p:spPr>
            <a:xfrm>
              <a:off x="-3003850" y="4734985"/>
              <a:ext cx="1441962" cy="1221436"/>
            </a:xfrm>
            <a:custGeom>
              <a:avLst/>
              <a:gdLst>
                <a:gd name="connsiteX0" fmla="*/ 1220046 w 1441962"/>
                <a:gd name="connsiteY0" fmla="*/ 111220 h 1221436"/>
                <a:gd name="connsiteX1" fmla="*/ 1220046 w 1441962"/>
                <a:gd name="connsiteY1" fmla="*/ 0 h 1221436"/>
                <a:gd name="connsiteX2" fmla="*/ 1109253 w 1441962"/>
                <a:gd name="connsiteY2" fmla="*/ 0 h 1221436"/>
                <a:gd name="connsiteX3" fmla="*/ 998459 w 1441962"/>
                <a:gd name="connsiteY3" fmla="*/ 0 h 1221436"/>
                <a:gd name="connsiteX4" fmla="*/ 887336 w 1441962"/>
                <a:gd name="connsiteY4" fmla="*/ 0 h 1221436"/>
                <a:gd name="connsiteX5" fmla="*/ 887336 w 1441962"/>
                <a:gd name="connsiteY5" fmla="*/ 111220 h 1221436"/>
                <a:gd name="connsiteX6" fmla="*/ 776543 w 1441962"/>
                <a:gd name="connsiteY6" fmla="*/ 111220 h 1221436"/>
                <a:gd name="connsiteX7" fmla="*/ 776543 w 1441962"/>
                <a:gd name="connsiteY7" fmla="*/ 222109 h 1221436"/>
                <a:gd name="connsiteX8" fmla="*/ 776543 w 1441962"/>
                <a:gd name="connsiteY8" fmla="*/ 333329 h 1221436"/>
                <a:gd name="connsiteX9" fmla="*/ 665750 w 1441962"/>
                <a:gd name="connsiteY9" fmla="*/ 333329 h 1221436"/>
                <a:gd name="connsiteX10" fmla="*/ 665750 w 1441962"/>
                <a:gd name="connsiteY10" fmla="*/ 444219 h 1221436"/>
                <a:gd name="connsiteX11" fmla="*/ 554626 w 1441962"/>
                <a:gd name="connsiteY11" fmla="*/ 444219 h 1221436"/>
                <a:gd name="connsiteX12" fmla="*/ 443833 w 1441962"/>
                <a:gd name="connsiteY12" fmla="*/ 444219 h 1221436"/>
                <a:gd name="connsiteX13" fmla="*/ 443833 w 1441962"/>
                <a:gd name="connsiteY13" fmla="*/ 333329 h 1221436"/>
                <a:gd name="connsiteX14" fmla="*/ 332710 w 1441962"/>
                <a:gd name="connsiteY14" fmla="*/ 333329 h 1221436"/>
                <a:gd name="connsiteX15" fmla="*/ 332710 w 1441962"/>
                <a:gd name="connsiteY15" fmla="*/ 222109 h 1221436"/>
                <a:gd name="connsiteX16" fmla="*/ 221917 w 1441962"/>
                <a:gd name="connsiteY16" fmla="*/ 222109 h 1221436"/>
                <a:gd name="connsiteX17" fmla="*/ 221917 w 1441962"/>
                <a:gd name="connsiteY17" fmla="*/ 111220 h 1221436"/>
                <a:gd name="connsiteX18" fmla="*/ 111123 w 1441962"/>
                <a:gd name="connsiteY18" fmla="*/ 111220 h 1221436"/>
                <a:gd name="connsiteX19" fmla="*/ 111123 w 1441962"/>
                <a:gd name="connsiteY19" fmla="*/ 0 h 1221436"/>
                <a:gd name="connsiteX20" fmla="*/ 0 w 1441962"/>
                <a:gd name="connsiteY20" fmla="*/ 0 h 1221436"/>
                <a:gd name="connsiteX21" fmla="*/ 0 w 1441962"/>
                <a:gd name="connsiteY21" fmla="*/ 111220 h 1221436"/>
                <a:gd name="connsiteX22" fmla="*/ 0 w 1441962"/>
                <a:gd name="connsiteY22" fmla="*/ 222109 h 1221436"/>
                <a:gd name="connsiteX23" fmla="*/ 0 w 1441962"/>
                <a:gd name="connsiteY23" fmla="*/ 333329 h 1221436"/>
                <a:gd name="connsiteX24" fmla="*/ 111123 w 1441962"/>
                <a:gd name="connsiteY24" fmla="*/ 333329 h 1221436"/>
                <a:gd name="connsiteX25" fmla="*/ 111123 w 1441962"/>
                <a:gd name="connsiteY25" fmla="*/ 444219 h 1221436"/>
                <a:gd name="connsiteX26" fmla="*/ 0 w 1441962"/>
                <a:gd name="connsiteY26" fmla="*/ 444219 h 1221436"/>
                <a:gd name="connsiteX27" fmla="*/ 0 w 1441962"/>
                <a:gd name="connsiteY27" fmla="*/ 555108 h 1221436"/>
                <a:gd name="connsiteX28" fmla="*/ 111123 w 1441962"/>
                <a:gd name="connsiteY28" fmla="*/ 555108 h 1221436"/>
                <a:gd name="connsiteX29" fmla="*/ 111123 w 1441962"/>
                <a:gd name="connsiteY29" fmla="*/ 666328 h 1221436"/>
                <a:gd name="connsiteX30" fmla="*/ 221917 w 1441962"/>
                <a:gd name="connsiteY30" fmla="*/ 666328 h 1221436"/>
                <a:gd name="connsiteX31" fmla="*/ 221917 w 1441962"/>
                <a:gd name="connsiteY31" fmla="*/ 777218 h 1221436"/>
                <a:gd name="connsiteX32" fmla="*/ 111123 w 1441962"/>
                <a:gd name="connsiteY32" fmla="*/ 777218 h 1221436"/>
                <a:gd name="connsiteX33" fmla="*/ 111123 w 1441962"/>
                <a:gd name="connsiteY33" fmla="*/ 888108 h 1221436"/>
                <a:gd name="connsiteX34" fmla="*/ 221917 w 1441962"/>
                <a:gd name="connsiteY34" fmla="*/ 888108 h 1221436"/>
                <a:gd name="connsiteX35" fmla="*/ 332710 w 1441962"/>
                <a:gd name="connsiteY35" fmla="*/ 888108 h 1221436"/>
                <a:gd name="connsiteX36" fmla="*/ 332710 w 1441962"/>
                <a:gd name="connsiteY36" fmla="*/ 999327 h 1221436"/>
                <a:gd name="connsiteX37" fmla="*/ 332710 w 1441962"/>
                <a:gd name="connsiteY37" fmla="*/ 1110217 h 1221436"/>
                <a:gd name="connsiteX38" fmla="*/ 221917 w 1441962"/>
                <a:gd name="connsiteY38" fmla="*/ 1110217 h 1221436"/>
                <a:gd name="connsiteX39" fmla="*/ 111123 w 1441962"/>
                <a:gd name="connsiteY39" fmla="*/ 1110217 h 1221436"/>
                <a:gd name="connsiteX40" fmla="*/ 111123 w 1441962"/>
                <a:gd name="connsiteY40" fmla="*/ 1221437 h 1221436"/>
                <a:gd name="connsiteX41" fmla="*/ 221917 w 1441962"/>
                <a:gd name="connsiteY41" fmla="*/ 1221437 h 1221436"/>
                <a:gd name="connsiteX42" fmla="*/ 332710 w 1441962"/>
                <a:gd name="connsiteY42" fmla="*/ 1221437 h 1221436"/>
                <a:gd name="connsiteX43" fmla="*/ 443833 w 1441962"/>
                <a:gd name="connsiteY43" fmla="*/ 1221437 h 1221436"/>
                <a:gd name="connsiteX44" fmla="*/ 554626 w 1441962"/>
                <a:gd name="connsiteY44" fmla="*/ 1221437 h 1221436"/>
                <a:gd name="connsiteX45" fmla="*/ 665750 w 1441962"/>
                <a:gd name="connsiteY45" fmla="*/ 1221437 h 1221436"/>
                <a:gd name="connsiteX46" fmla="*/ 776543 w 1441962"/>
                <a:gd name="connsiteY46" fmla="*/ 1221437 h 1221436"/>
                <a:gd name="connsiteX47" fmla="*/ 887336 w 1441962"/>
                <a:gd name="connsiteY47" fmla="*/ 1221437 h 1221436"/>
                <a:gd name="connsiteX48" fmla="*/ 887336 w 1441962"/>
                <a:gd name="connsiteY48" fmla="*/ 1110217 h 1221436"/>
                <a:gd name="connsiteX49" fmla="*/ 998459 w 1441962"/>
                <a:gd name="connsiteY49" fmla="*/ 1110217 h 1221436"/>
                <a:gd name="connsiteX50" fmla="*/ 998459 w 1441962"/>
                <a:gd name="connsiteY50" fmla="*/ 999327 h 1221436"/>
                <a:gd name="connsiteX51" fmla="*/ 1109253 w 1441962"/>
                <a:gd name="connsiteY51" fmla="*/ 999327 h 1221436"/>
                <a:gd name="connsiteX52" fmla="*/ 1109253 w 1441962"/>
                <a:gd name="connsiteY52" fmla="*/ 888108 h 1221436"/>
                <a:gd name="connsiteX53" fmla="*/ 1220046 w 1441962"/>
                <a:gd name="connsiteY53" fmla="*/ 888108 h 1221436"/>
                <a:gd name="connsiteX54" fmla="*/ 1220046 w 1441962"/>
                <a:gd name="connsiteY54" fmla="*/ 777218 h 1221436"/>
                <a:gd name="connsiteX55" fmla="*/ 1220046 w 1441962"/>
                <a:gd name="connsiteY55" fmla="*/ 666328 h 1221436"/>
                <a:gd name="connsiteX56" fmla="*/ 1331169 w 1441962"/>
                <a:gd name="connsiteY56" fmla="*/ 666328 h 1221436"/>
                <a:gd name="connsiteX57" fmla="*/ 1331169 w 1441962"/>
                <a:gd name="connsiteY57" fmla="*/ 555108 h 1221436"/>
                <a:gd name="connsiteX58" fmla="*/ 1331169 w 1441962"/>
                <a:gd name="connsiteY58" fmla="*/ 444219 h 1221436"/>
                <a:gd name="connsiteX59" fmla="*/ 1220046 w 1441962"/>
                <a:gd name="connsiteY59" fmla="*/ 444219 h 1221436"/>
                <a:gd name="connsiteX60" fmla="*/ 1220046 w 1441962"/>
                <a:gd name="connsiteY60" fmla="*/ 333329 h 1221436"/>
                <a:gd name="connsiteX61" fmla="*/ 1331169 w 1441962"/>
                <a:gd name="connsiteY61" fmla="*/ 333329 h 1221436"/>
                <a:gd name="connsiteX62" fmla="*/ 1331169 w 1441962"/>
                <a:gd name="connsiteY62" fmla="*/ 222109 h 1221436"/>
                <a:gd name="connsiteX63" fmla="*/ 1441963 w 1441962"/>
                <a:gd name="connsiteY63" fmla="*/ 222109 h 1221436"/>
                <a:gd name="connsiteX64" fmla="*/ 1441963 w 1441962"/>
                <a:gd name="connsiteY64" fmla="*/ 111220 h 1221436"/>
                <a:gd name="connsiteX65" fmla="*/ 1331169 w 1441962"/>
                <a:gd name="connsiteY65" fmla="*/ 111220 h 122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441962" h="1221436">
                  <a:moveTo>
                    <a:pt x="1220046" y="111220"/>
                  </a:moveTo>
                  <a:lnTo>
                    <a:pt x="1220046" y="0"/>
                  </a:lnTo>
                  <a:lnTo>
                    <a:pt x="1109253" y="0"/>
                  </a:lnTo>
                  <a:lnTo>
                    <a:pt x="998459" y="0"/>
                  </a:lnTo>
                  <a:lnTo>
                    <a:pt x="887336" y="0"/>
                  </a:lnTo>
                  <a:lnTo>
                    <a:pt x="887336" y="111220"/>
                  </a:lnTo>
                  <a:lnTo>
                    <a:pt x="776543" y="111220"/>
                  </a:lnTo>
                  <a:lnTo>
                    <a:pt x="776543" y="222109"/>
                  </a:lnTo>
                  <a:lnTo>
                    <a:pt x="776543" y="333329"/>
                  </a:lnTo>
                  <a:lnTo>
                    <a:pt x="665750" y="333329"/>
                  </a:lnTo>
                  <a:lnTo>
                    <a:pt x="665750" y="444219"/>
                  </a:lnTo>
                  <a:lnTo>
                    <a:pt x="554626" y="444219"/>
                  </a:lnTo>
                  <a:lnTo>
                    <a:pt x="443833" y="444219"/>
                  </a:lnTo>
                  <a:lnTo>
                    <a:pt x="443833" y="333329"/>
                  </a:lnTo>
                  <a:lnTo>
                    <a:pt x="332710" y="333329"/>
                  </a:lnTo>
                  <a:lnTo>
                    <a:pt x="332710" y="222109"/>
                  </a:lnTo>
                  <a:lnTo>
                    <a:pt x="221917" y="222109"/>
                  </a:lnTo>
                  <a:lnTo>
                    <a:pt x="221917" y="111220"/>
                  </a:lnTo>
                  <a:lnTo>
                    <a:pt x="111123" y="11122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3329"/>
                  </a:lnTo>
                  <a:lnTo>
                    <a:pt x="111123" y="333329"/>
                  </a:lnTo>
                  <a:lnTo>
                    <a:pt x="111123" y="444219"/>
                  </a:lnTo>
                  <a:lnTo>
                    <a:pt x="0" y="444219"/>
                  </a:lnTo>
                  <a:lnTo>
                    <a:pt x="0" y="555108"/>
                  </a:lnTo>
                  <a:lnTo>
                    <a:pt x="111123" y="555108"/>
                  </a:lnTo>
                  <a:lnTo>
                    <a:pt x="111123" y="666328"/>
                  </a:lnTo>
                  <a:lnTo>
                    <a:pt x="221917" y="666328"/>
                  </a:lnTo>
                  <a:lnTo>
                    <a:pt x="221917" y="777218"/>
                  </a:lnTo>
                  <a:lnTo>
                    <a:pt x="111123" y="777218"/>
                  </a:lnTo>
                  <a:lnTo>
                    <a:pt x="111123" y="888108"/>
                  </a:lnTo>
                  <a:lnTo>
                    <a:pt x="221917" y="888108"/>
                  </a:lnTo>
                  <a:lnTo>
                    <a:pt x="332710" y="888108"/>
                  </a:lnTo>
                  <a:lnTo>
                    <a:pt x="332710" y="999327"/>
                  </a:lnTo>
                  <a:lnTo>
                    <a:pt x="332710" y="1110217"/>
                  </a:lnTo>
                  <a:lnTo>
                    <a:pt x="221917" y="1110217"/>
                  </a:lnTo>
                  <a:lnTo>
                    <a:pt x="111123" y="1110217"/>
                  </a:lnTo>
                  <a:lnTo>
                    <a:pt x="111123" y="1221437"/>
                  </a:lnTo>
                  <a:lnTo>
                    <a:pt x="221917" y="1221437"/>
                  </a:lnTo>
                  <a:lnTo>
                    <a:pt x="332710" y="1221437"/>
                  </a:lnTo>
                  <a:lnTo>
                    <a:pt x="443833" y="1221437"/>
                  </a:lnTo>
                  <a:lnTo>
                    <a:pt x="554626" y="1221437"/>
                  </a:lnTo>
                  <a:lnTo>
                    <a:pt x="665750" y="1221437"/>
                  </a:lnTo>
                  <a:lnTo>
                    <a:pt x="776543" y="1221437"/>
                  </a:lnTo>
                  <a:lnTo>
                    <a:pt x="887336" y="1221437"/>
                  </a:lnTo>
                  <a:lnTo>
                    <a:pt x="887336" y="1110217"/>
                  </a:lnTo>
                  <a:lnTo>
                    <a:pt x="998459" y="1110217"/>
                  </a:lnTo>
                  <a:lnTo>
                    <a:pt x="998459" y="999327"/>
                  </a:lnTo>
                  <a:lnTo>
                    <a:pt x="1109253" y="999327"/>
                  </a:lnTo>
                  <a:lnTo>
                    <a:pt x="1109253" y="888108"/>
                  </a:lnTo>
                  <a:lnTo>
                    <a:pt x="1220046" y="888108"/>
                  </a:lnTo>
                  <a:lnTo>
                    <a:pt x="1220046" y="777218"/>
                  </a:lnTo>
                  <a:lnTo>
                    <a:pt x="1220046" y="666328"/>
                  </a:lnTo>
                  <a:lnTo>
                    <a:pt x="1331169" y="666328"/>
                  </a:lnTo>
                  <a:lnTo>
                    <a:pt x="1331169" y="555108"/>
                  </a:lnTo>
                  <a:lnTo>
                    <a:pt x="1331169" y="444219"/>
                  </a:lnTo>
                  <a:lnTo>
                    <a:pt x="1220046" y="444219"/>
                  </a:lnTo>
                  <a:lnTo>
                    <a:pt x="1220046" y="333329"/>
                  </a:lnTo>
                  <a:lnTo>
                    <a:pt x="1331169" y="333329"/>
                  </a:lnTo>
                  <a:lnTo>
                    <a:pt x="1331169" y="222109"/>
                  </a:lnTo>
                  <a:lnTo>
                    <a:pt x="1441963" y="222109"/>
                  </a:lnTo>
                  <a:lnTo>
                    <a:pt x="1441963" y="111220"/>
                  </a:lnTo>
                  <a:lnTo>
                    <a:pt x="1331169" y="111220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7F1FA93-F350-028B-DCDE-7ABE8EE808D5}"/>
                </a:ext>
              </a:extLst>
            </p:cNvPr>
            <p:cNvSpPr/>
            <p:nvPr/>
          </p:nvSpPr>
          <p:spPr>
            <a:xfrm>
              <a:off x="-3669270" y="3958097"/>
              <a:ext cx="2773132" cy="2772242"/>
            </a:xfrm>
            <a:custGeom>
              <a:avLst/>
              <a:gdLst>
                <a:gd name="connsiteX0" fmla="*/ 2662009 w 2773132"/>
                <a:gd name="connsiteY0" fmla="*/ 221779 h 2772242"/>
                <a:gd name="connsiteX1" fmla="*/ 2551216 w 2773132"/>
                <a:gd name="connsiteY1" fmla="*/ 221779 h 2772242"/>
                <a:gd name="connsiteX2" fmla="*/ 2551216 w 2773132"/>
                <a:gd name="connsiteY2" fmla="*/ 110890 h 2772242"/>
                <a:gd name="connsiteX3" fmla="*/ 2440092 w 2773132"/>
                <a:gd name="connsiteY3" fmla="*/ 110890 h 2772242"/>
                <a:gd name="connsiteX4" fmla="*/ 2440092 w 2773132"/>
                <a:gd name="connsiteY4" fmla="*/ 0 h 2772242"/>
                <a:gd name="connsiteX5" fmla="*/ 2329299 w 2773132"/>
                <a:gd name="connsiteY5" fmla="*/ 0 h 2772242"/>
                <a:gd name="connsiteX6" fmla="*/ 2218506 w 2773132"/>
                <a:gd name="connsiteY6" fmla="*/ 0 h 2772242"/>
                <a:gd name="connsiteX7" fmla="*/ 2107712 w 2773132"/>
                <a:gd name="connsiteY7" fmla="*/ 0 h 2772242"/>
                <a:gd name="connsiteX8" fmla="*/ 1996919 w 2773132"/>
                <a:gd name="connsiteY8" fmla="*/ 0 h 2772242"/>
                <a:gd name="connsiteX9" fmla="*/ 1886126 w 2773132"/>
                <a:gd name="connsiteY9" fmla="*/ 0 h 2772242"/>
                <a:gd name="connsiteX10" fmla="*/ 1775332 w 2773132"/>
                <a:gd name="connsiteY10" fmla="*/ 0 h 2772242"/>
                <a:gd name="connsiteX11" fmla="*/ 1664539 w 2773132"/>
                <a:gd name="connsiteY11" fmla="*/ 0 h 2772242"/>
                <a:gd name="connsiteX12" fmla="*/ 1553745 w 2773132"/>
                <a:gd name="connsiteY12" fmla="*/ 0 h 2772242"/>
                <a:gd name="connsiteX13" fmla="*/ 1442952 w 2773132"/>
                <a:gd name="connsiteY13" fmla="*/ 0 h 2772242"/>
                <a:gd name="connsiteX14" fmla="*/ 1332159 w 2773132"/>
                <a:gd name="connsiteY14" fmla="*/ 0 h 2772242"/>
                <a:gd name="connsiteX15" fmla="*/ 1220046 w 2773132"/>
                <a:gd name="connsiteY15" fmla="*/ 0 h 2772242"/>
                <a:gd name="connsiteX16" fmla="*/ 1109253 w 2773132"/>
                <a:gd name="connsiteY16" fmla="*/ 0 h 2772242"/>
                <a:gd name="connsiteX17" fmla="*/ 998459 w 2773132"/>
                <a:gd name="connsiteY17" fmla="*/ 0 h 2772242"/>
                <a:gd name="connsiteX18" fmla="*/ 887666 w 2773132"/>
                <a:gd name="connsiteY18" fmla="*/ 0 h 2772242"/>
                <a:gd name="connsiteX19" fmla="*/ 776873 w 2773132"/>
                <a:gd name="connsiteY19" fmla="*/ 0 h 2772242"/>
                <a:gd name="connsiteX20" fmla="*/ 666079 w 2773132"/>
                <a:gd name="connsiteY20" fmla="*/ 0 h 2772242"/>
                <a:gd name="connsiteX21" fmla="*/ 555286 w 2773132"/>
                <a:gd name="connsiteY21" fmla="*/ 0 h 2772242"/>
                <a:gd name="connsiteX22" fmla="*/ 444493 w 2773132"/>
                <a:gd name="connsiteY22" fmla="*/ 0 h 2772242"/>
                <a:gd name="connsiteX23" fmla="*/ 333699 w 2773132"/>
                <a:gd name="connsiteY23" fmla="*/ 0 h 2772242"/>
                <a:gd name="connsiteX24" fmla="*/ 333699 w 2773132"/>
                <a:gd name="connsiteY24" fmla="*/ 110890 h 2772242"/>
                <a:gd name="connsiteX25" fmla="*/ 221917 w 2773132"/>
                <a:gd name="connsiteY25" fmla="*/ 110890 h 2772242"/>
                <a:gd name="connsiteX26" fmla="*/ 221917 w 2773132"/>
                <a:gd name="connsiteY26" fmla="*/ 221779 h 2772242"/>
                <a:gd name="connsiteX27" fmla="*/ 110793 w 2773132"/>
                <a:gd name="connsiteY27" fmla="*/ 221779 h 2772242"/>
                <a:gd name="connsiteX28" fmla="*/ 110793 w 2773132"/>
                <a:gd name="connsiteY28" fmla="*/ 332669 h 2772242"/>
                <a:gd name="connsiteX29" fmla="*/ 0 w 2773132"/>
                <a:gd name="connsiteY29" fmla="*/ 332669 h 2772242"/>
                <a:gd name="connsiteX30" fmla="*/ 0 w 2773132"/>
                <a:gd name="connsiteY30" fmla="*/ 443559 h 2772242"/>
                <a:gd name="connsiteX31" fmla="*/ 0 w 2773132"/>
                <a:gd name="connsiteY31" fmla="*/ 554449 h 2772242"/>
                <a:gd name="connsiteX32" fmla="*/ 0 w 2773132"/>
                <a:gd name="connsiteY32" fmla="*/ 665338 h 2772242"/>
                <a:gd name="connsiteX33" fmla="*/ 0 w 2773132"/>
                <a:gd name="connsiteY33" fmla="*/ 776228 h 2772242"/>
                <a:gd name="connsiteX34" fmla="*/ 0 w 2773132"/>
                <a:gd name="connsiteY34" fmla="*/ 887118 h 2772242"/>
                <a:gd name="connsiteX35" fmla="*/ 0 w 2773132"/>
                <a:gd name="connsiteY35" fmla="*/ 998007 h 2772242"/>
                <a:gd name="connsiteX36" fmla="*/ 0 w 2773132"/>
                <a:gd name="connsiteY36" fmla="*/ 1108897 h 2772242"/>
                <a:gd name="connsiteX37" fmla="*/ 0 w 2773132"/>
                <a:gd name="connsiteY37" fmla="*/ 1219787 h 2772242"/>
                <a:gd name="connsiteX38" fmla="*/ 0 w 2773132"/>
                <a:gd name="connsiteY38" fmla="*/ 1330676 h 2772242"/>
                <a:gd name="connsiteX39" fmla="*/ 0 w 2773132"/>
                <a:gd name="connsiteY39" fmla="*/ 1441566 h 2772242"/>
                <a:gd name="connsiteX40" fmla="*/ 0 w 2773132"/>
                <a:gd name="connsiteY40" fmla="*/ 1552456 h 2772242"/>
                <a:gd name="connsiteX41" fmla="*/ 0 w 2773132"/>
                <a:gd name="connsiteY41" fmla="*/ 1663346 h 2772242"/>
                <a:gd name="connsiteX42" fmla="*/ 0 w 2773132"/>
                <a:gd name="connsiteY42" fmla="*/ 1774235 h 2772242"/>
                <a:gd name="connsiteX43" fmla="*/ 0 w 2773132"/>
                <a:gd name="connsiteY43" fmla="*/ 1885125 h 2772242"/>
                <a:gd name="connsiteX44" fmla="*/ 0 w 2773132"/>
                <a:gd name="connsiteY44" fmla="*/ 1996015 h 2772242"/>
                <a:gd name="connsiteX45" fmla="*/ 0 w 2773132"/>
                <a:gd name="connsiteY45" fmla="*/ 2106905 h 2772242"/>
                <a:gd name="connsiteX46" fmla="*/ 0 w 2773132"/>
                <a:gd name="connsiteY46" fmla="*/ 2217794 h 2772242"/>
                <a:gd name="connsiteX47" fmla="*/ 0 w 2773132"/>
                <a:gd name="connsiteY47" fmla="*/ 2328684 h 2772242"/>
                <a:gd name="connsiteX48" fmla="*/ 0 w 2773132"/>
                <a:gd name="connsiteY48" fmla="*/ 2439573 h 2772242"/>
                <a:gd name="connsiteX49" fmla="*/ 110793 w 2773132"/>
                <a:gd name="connsiteY49" fmla="*/ 2439573 h 2772242"/>
                <a:gd name="connsiteX50" fmla="*/ 110793 w 2773132"/>
                <a:gd name="connsiteY50" fmla="*/ 2550463 h 2772242"/>
                <a:gd name="connsiteX51" fmla="*/ 221587 w 2773132"/>
                <a:gd name="connsiteY51" fmla="*/ 2550463 h 2772242"/>
                <a:gd name="connsiteX52" fmla="*/ 221587 w 2773132"/>
                <a:gd name="connsiteY52" fmla="*/ 2661353 h 2772242"/>
                <a:gd name="connsiteX53" fmla="*/ 332380 w 2773132"/>
                <a:gd name="connsiteY53" fmla="*/ 2661353 h 2772242"/>
                <a:gd name="connsiteX54" fmla="*/ 332380 w 2773132"/>
                <a:gd name="connsiteY54" fmla="*/ 2772243 h 2772242"/>
                <a:gd name="connsiteX55" fmla="*/ 443174 w 2773132"/>
                <a:gd name="connsiteY55" fmla="*/ 2772243 h 2772242"/>
                <a:gd name="connsiteX56" fmla="*/ 553967 w 2773132"/>
                <a:gd name="connsiteY56" fmla="*/ 2772243 h 2772242"/>
                <a:gd name="connsiteX57" fmla="*/ 664760 w 2773132"/>
                <a:gd name="connsiteY57" fmla="*/ 2772243 h 2772242"/>
                <a:gd name="connsiteX58" fmla="*/ 775554 w 2773132"/>
                <a:gd name="connsiteY58" fmla="*/ 2772243 h 2772242"/>
                <a:gd name="connsiteX59" fmla="*/ 886347 w 2773132"/>
                <a:gd name="connsiteY59" fmla="*/ 2772243 h 2772242"/>
                <a:gd name="connsiteX60" fmla="*/ 997140 w 2773132"/>
                <a:gd name="connsiteY60" fmla="*/ 2772243 h 2772242"/>
                <a:gd name="connsiteX61" fmla="*/ 1107934 w 2773132"/>
                <a:gd name="connsiteY61" fmla="*/ 2772243 h 2772242"/>
                <a:gd name="connsiteX62" fmla="*/ 1220046 w 2773132"/>
                <a:gd name="connsiteY62" fmla="*/ 2772243 h 2772242"/>
                <a:gd name="connsiteX63" fmla="*/ 1330840 w 2773132"/>
                <a:gd name="connsiteY63" fmla="*/ 2772243 h 2772242"/>
                <a:gd name="connsiteX64" fmla="*/ 1441633 w 2773132"/>
                <a:gd name="connsiteY64" fmla="*/ 2772243 h 2772242"/>
                <a:gd name="connsiteX65" fmla="*/ 1552426 w 2773132"/>
                <a:gd name="connsiteY65" fmla="*/ 2772243 h 2772242"/>
                <a:gd name="connsiteX66" fmla="*/ 1663220 w 2773132"/>
                <a:gd name="connsiteY66" fmla="*/ 2772243 h 2772242"/>
                <a:gd name="connsiteX67" fmla="*/ 1774013 w 2773132"/>
                <a:gd name="connsiteY67" fmla="*/ 2772243 h 2772242"/>
                <a:gd name="connsiteX68" fmla="*/ 1884806 w 2773132"/>
                <a:gd name="connsiteY68" fmla="*/ 2772243 h 2772242"/>
                <a:gd name="connsiteX69" fmla="*/ 1995600 w 2773132"/>
                <a:gd name="connsiteY69" fmla="*/ 2772243 h 2772242"/>
                <a:gd name="connsiteX70" fmla="*/ 2106393 w 2773132"/>
                <a:gd name="connsiteY70" fmla="*/ 2772243 h 2772242"/>
                <a:gd name="connsiteX71" fmla="*/ 2217187 w 2773132"/>
                <a:gd name="connsiteY71" fmla="*/ 2772243 h 2772242"/>
                <a:gd name="connsiteX72" fmla="*/ 2327980 w 2773132"/>
                <a:gd name="connsiteY72" fmla="*/ 2772243 h 2772242"/>
                <a:gd name="connsiteX73" fmla="*/ 2440092 w 2773132"/>
                <a:gd name="connsiteY73" fmla="*/ 2772243 h 2772242"/>
                <a:gd name="connsiteX74" fmla="*/ 2440092 w 2773132"/>
                <a:gd name="connsiteY74" fmla="*/ 2661353 h 2772242"/>
                <a:gd name="connsiteX75" fmla="*/ 2550886 w 2773132"/>
                <a:gd name="connsiteY75" fmla="*/ 2661353 h 2772242"/>
                <a:gd name="connsiteX76" fmla="*/ 2550886 w 2773132"/>
                <a:gd name="connsiteY76" fmla="*/ 2550463 h 2772242"/>
                <a:gd name="connsiteX77" fmla="*/ 2661679 w 2773132"/>
                <a:gd name="connsiteY77" fmla="*/ 2550463 h 2772242"/>
                <a:gd name="connsiteX78" fmla="*/ 2661679 w 2773132"/>
                <a:gd name="connsiteY78" fmla="*/ 2439573 h 2772242"/>
                <a:gd name="connsiteX79" fmla="*/ 2773132 w 2773132"/>
                <a:gd name="connsiteY79" fmla="*/ 2439573 h 2772242"/>
                <a:gd name="connsiteX80" fmla="*/ 2773132 w 2773132"/>
                <a:gd name="connsiteY80" fmla="*/ 2328684 h 2772242"/>
                <a:gd name="connsiteX81" fmla="*/ 2773132 w 2773132"/>
                <a:gd name="connsiteY81" fmla="*/ 2217794 h 2772242"/>
                <a:gd name="connsiteX82" fmla="*/ 2773132 w 2773132"/>
                <a:gd name="connsiteY82" fmla="*/ 2106905 h 2772242"/>
                <a:gd name="connsiteX83" fmla="*/ 2773132 w 2773132"/>
                <a:gd name="connsiteY83" fmla="*/ 1998325 h 2772242"/>
                <a:gd name="connsiteX84" fmla="*/ 2773132 w 2773132"/>
                <a:gd name="connsiteY84" fmla="*/ 1887435 h 2772242"/>
                <a:gd name="connsiteX85" fmla="*/ 2773132 w 2773132"/>
                <a:gd name="connsiteY85" fmla="*/ 1776546 h 2772242"/>
                <a:gd name="connsiteX86" fmla="*/ 2773132 w 2773132"/>
                <a:gd name="connsiteY86" fmla="*/ 1664996 h 2772242"/>
                <a:gd name="connsiteX87" fmla="*/ 2773132 w 2773132"/>
                <a:gd name="connsiteY87" fmla="*/ 1554106 h 2772242"/>
                <a:gd name="connsiteX88" fmla="*/ 2773132 w 2773132"/>
                <a:gd name="connsiteY88" fmla="*/ 1443216 h 2772242"/>
                <a:gd name="connsiteX89" fmla="*/ 2773132 w 2773132"/>
                <a:gd name="connsiteY89" fmla="*/ 1332326 h 2772242"/>
                <a:gd name="connsiteX90" fmla="*/ 2773132 w 2773132"/>
                <a:gd name="connsiteY90" fmla="*/ 1221437 h 2772242"/>
                <a:gd name="connsiteX91" fmla="*/ 2773132 w 2773132"/>
                <a:gd name="connsiteY91" fmla="*/ 1110547 h 2772242"/>
                <a:gd name="connsiteX92" fmla="*/ 2773132 w 2773132"/>
                <a:gd name="connsiteY92" fmla="*/ 999658 h 2772242"/>
                <a:gd name="connsiteX93" fmla="*/ 2773132 w 2773132"/>
                <a:gd name="connsiteY93" fmla="*/ 888768 h 2772242"/>
                <a:gd name="connsiteX94" fmla="*/ 2773132 w 2773132"/>
                <a:gd name="connsiteY94" fmla="*/ 777878 h 2772242"/>
                <a:gd name="connsiteX95" fmla="*/ 2773132 w 2773132"/>
                <a:gd name="connsiteY95" fmla="*/ 666988 h 2772242"/>
                <a:gd name="connsiteX96" fmla="*/ 2773132 w 2773132"/>
                <a:gd name="connsiteY96" fmla="*/ 556099 h 2772242"/>
                <a:gd name="connsiteX97" fmla="*/ 2773132 w 2773132"/>
                <a:gd name="connsiteY97" fmla="*/ 443889 h 2772242"/>
                <a:gd name="connsiteX98" fmla="*/ 2773132 w 2773132"/>
                <a:gd name="connsiteY98" fmla="*/ 332999 h 2772242"/>
                <a:gd name="connsiteX99" fmla="*/ 2662339 w 2773132"/>
                <a:gd name="connsiteY99" fmla="*/ 332999 h 2772242"/>
                <a:gd name="connsiteX100" fmla="*/ 2662339 w 2773132"/>
                <a:gd name="connsiteY100" fmla="*/ 221779 h 2772242"/>
                <a:gd name="connsiteX101" fmla="*/ 776543 w 2773132"/>
                <a:gd name="connsiteY101" fmla="*/ 776888 h 2772242"/>
                <a:gd name="connsiteX102" fmla="*/ 776543 w 2773132"/>
                <a:gd name="connsiteY102" fmla="*/ 887778 h 2772242"/>
                <a:gd name="connsiteX103" fmla="*/ 887336 w 2773132"/>
                <a:gd name="connsiteY103" fmla="*/ 887778 h 2772242"/>
                <a:gd name="connsiteX104" fmla="*/ 887336 w 2773132"/>
                <a:gd name="connsiteY104" fmla="*/ 998667 h 2772242"/>
                <a:gd name="connsiteX105" fmla="*/ 998130 w 2773132"/>
                <a:gd name="connsiteY105" fmla="*/ 998667 h 2772242"/>
                <a:gd name="connsiteX106" fmla="*/ 998130 w 2773132"/>
                <a:gd name="connsiteY106" fmla="*/ 1109557 h 2772242"/>
                <a:gd name="connsiteX107" fmla="*/ 1108923 w 2773132"/>
                <a:gd name="connsiteY107" fmla="*/ 1109557 h 2772242"/>
                <a:gd name="connsiteX108" fmla="*/ 1108923 w 2773132"/>
                <a:gd name="connsiteY108" fmla="*/ 1220447 h 2772242"/>
                <a:gd name="connsiteX109" fmla="*/ 1220046 w 2773132"/>
                <a:gd name="connsiteY109" fmla="*/ 1220447 h 2772242"/>
                <a:gd name="connsiteX110" fmla="*/ 1330840 w 2773132"/>
                <a:gd name="connsiteY110" fmla="*/ 1220447 h 2772242"/>
                <a:gd name="connsiteX111" fmla="*/ 1330840 w 2773132"/>
                <a:gd name="connsiteY111" fmla="*/ 1109557 h 2772242"/>
                <a:gd name="connsiteX112" fmla="*/ 1441633 w 2773132"/>
                <a:gd name="connsiteY112" fmla="*/ 1109557 h 2772242"/>
                <a:gd name="connsiteX113" fmla="*/ 1441633 w 2773132"/>
                <a:gd name="connsiteY113" fmla="*/ 998667 h 2772242"/>
                <a:gd name="connsiteX114" fmla="*/ 1441633 w 2773132"/>
                <a:gd name="connsiteY114" fmla="*/ 887778 h 2772242"/>
                <a:gd name="connsiteX115" fmla="*/ 1552426 w 2773132"/>
                <a:gd name="connsiteY115" fmla="*/ 887778 h 2772242"/>
                <a:gd name="connsiteX116" fmla="*/ 1552426 w 2773132"/>
                <a:gd name="connsiteY116" fmla="*/ 776888 h 2772242"/>
                <a:gd name="connsiteX117" fmla="*/ 1663220 w 2773132"/>
                <a:gd name="connsiteY117" fmla="*/ 776888 h 2772242"/>
                <a:gd name="connsiteX118" fmla="*/ 1774013 w 2773132"/>
                <a:gd name="connsiteY118" fmla="*/ 776888 h 2772242"/>
                <a:gd name="connsiteX119" fmla="*/ 1884806 w 2773132"/>
                <a:gd name="connsiteY119" fmla="*/ 776888 h 2772242"/>
                <a:gd name="connsiteX120" fmla="*/ 1884806 w 2773132"/>
                <a:gd name="connsiteY120" fmla="*/ 887778 h 2772242"/>
                <a:gd name="connsiteX121" fmla="*/ 1995600 w 2773132"/>
                <a:gd name="connsiteY121" fmla="*/ 887778 h 2772242"/>
                <a:gd name="connsiteX122" fmla="*/ 2106393 w 2773132"/>
                <a:gd name="connsiteY122" fmla="*/ 887778 h 2772242"/>
                <a:gd name="connsiteX123" fmla="*/ 2106393 w 2773132"/>
                <a:gd name="connsiteY123" fmla="*/ 998667 h 2772242"/>
                <a:gd name="connsiteX124" fmla="*/ 1995600 w 2773132"/>
                <a:gd name="connsiteY124" fmla="*/ 998667 h 2772242"/>
                <a:gd name="connsiteX125" fmla="*/ 1995600 w 2773132"/>
                <a:gd name="connsiteY125" fmla="*/ 1109557 h 2772242"/>
                <a:gd name="connsiteX126" fmla="*/ 1884806 w 2773132"/>
                <a:gd name="connsiteY126" fmla="*/ 1109557 h 2772242"/>
                <a:gd name="connsiteX127" fmla="*/ 1884806 w 2773132"/>
                <a:gd name="connsiteY127" fmla="*/ 1220447 h 2772242"/>
                <a:gd name="connsiteX128" fmla="*/ 1995600 w 2773132"/>
                <a:gd name="connsiteY128" fmla="*/ 1220447 h 2772242"/>
                <a:gd name="connsiteX129" fmla="*/ 1995600 w 2773132"/>
                <a:gd name="connsiteY129" fmla="*/ 1331337 h 2772242"/>
                <a:gd name="connsiteX130" fmla="*/ 1995600 w 2773132"/>
                <a:gd name="connsiteY130" fmla="*/ 1442226 h 2772242"/>
                <a:gd name="connsiteX131" fmla="*/ 1884806 w 2773132"/>
                <a:gd name="connsiteY131" fmla="*/ 1442226 h 2772242"/>
                <a:gd name="connsiteX132" fmla="*/ 1884806 w 2773132"/>
                <a:gd name="connsiteY132" fmla="*/ 1553116 h 2772242"/>
                <a:gd name="connsiteX133" fmla="*/ 1884806 w 2773132"/>
                <a:gd name="connsiteY133" fmla="*/ 1664005 h 2772242"/>
                <a:gd name="connsiteX134" fmla="*/ 1774013 w 2773132"/>
                <a:gd name="connsiteY134" fmla="*/ 1664005 h 2772242"/>
                <a:gd name="connsiteX135" fmla="*/ 1774013 w 2773132"/>
                <a:gd name="connsiteY135" fmla="*/ 1774896 h 2772242"/>
                <a:gd name="connsiteX136" fmla="*/ 1663220 w 2773132"/>
                <a:gd name="connsiteY136" fmla="*/ 1774896 h 2772242"/>
                <a:gd name="connsiteX137" fmla="*/ 1663220 w 2773132"/>
                <a:gd name="connsiteY137" fmla="*/ 1885785 h 2772242"/>
                <a:gd name="connsiteX138" fmla="*/ 1552426 w 2773132"/>
                <a:gd name="connsiteY138" fmla="*/ 1885785 h 2772242"/>
                <a:gd name="connsiteX139" fmla="*/ 1552426 w 2773132"/>
                <a:gd name="connsiteY139" fmla="*/ 1996675 h 2772242"/>
                <a:gd name="connsiteX140" fmla="*/ 1441633 w 2773132"/>
                <a:gd name="connsiteY140" fmla="*/ 1996675 h 2772242"/>
                <a:gd name="connsiteX141" fmla="*/ 1330840 w 2773132"/>
                <a:gd name="connsiteY141" fmla="*/ 1996675 h 2772242"/>
                <a:gd name="connsiteX142" fmla="*/ 1220046 w 2773132"/>
                <a:gd name="connsiteY142" fmla="*/ 1996675 h 2772242"/>
                <a:gd name="connsiteX143" fmla="*/ 1109253 w 2773132"/>
                <a:gd name="connsiteY143" fmla="*/ 1996675 h 2772242"/>
                <a:gd name="connsiteX144" fmla="*/ 998459 w 2773132"/>
                <a:gd name="connsiteY144" fmla="*/ 1996675 h 2772242"/>
                <a:gd name="connsiteX145" fmla="*/ 887666 w 2773132"/>
                <a:gd name="connsiteY145" fmla="*/ 1996675 h 2772242"/>
                <a:gd name="connsiteX146" fmla="*/ 776873 w 2773132"/>
                <a:gd name="connsiteY146" fmla="*/ 1996675 h 2772242"/>
                <a:gd name="connsiteX147" fmla="*/ 776873 w 2773132"/>
                <a:gd name="connsiteY147" fmla="*/ 1885785 h 2772242"/>
                <a:gd name="connsiteX148" fmla="*/ 887666 w 2773132"/>
                <a:gd name="connsiteY148" fmla="*/ 1885785 h 2772242"/>
                <a:gd name="connsiteX149" fmla="*/ 998459 w 2773132"/>
                <a:gd name="connsiteY149" fmla="*/ 1885785 h 2772242"/>
                <a:gd name="connsiteX150" fmla="*/ 998459 w 2773132"/>
                <a:gd name="connsiteY150" fmla="*/ 1774896 h 2772242"/>
                <a:gd name="connsiteX151" fmla="*/ 998459 w 2773132"/>
                <a:gd name="connsiteY151" fmla="*/ 1664996 h 2772242"/>
                <a:gd name="connsiteX152" fmla="*/ 887666 w 2773132"/>
                <a:gd name="connsiteY152" fmla="*/ 1664996 h 2772242"/>
                <a:gd name="connsiteX153" fmla="*/ 776873 w 2773132"/>
                <a:gd name="connsiteY153" fmla="*/ 1664996 h 2772242"/>
                <a:gd name="connsiteX154" fmla="*/ 776873 w 2773132"/>
                <a:gd name="connsiteY154" fmla="*/ 1554106 h 2772242"/>
                <a:gd name="connsiteX155" fmla="*/ 887666 w 2773132"/>
                <a:gd name="connsiteY155" fmla="*/ 1554106 h 2772242"/>
                <a:gd name="connsiteX156" fmla="*/ 887666 w 2773132"/>
                <a:gd name="connsiteY156" fmla="*/ 1443216 h 2772242"/>
                <a:gd name="connsiteX157" fmla="*/ 776873 w 2773132"/>
                <a:gd name="connsiteY157" fmla="*/ 1443216 h 2772242"/>
                <a:gd name="connsiteX158" fmla="*/ 776873 w 2773132"/>
                <a:gd name="connsiteY158" fmla="*/ 1332326 h 2772242"/>
                <a:gd name="connsiteX159" fmla="*/ 666079 w 2773132"/>
                <a:gd name="connsiteY159" fmla="*/ 1332326 h 2772242"/>
                <a:gd name="connsiteX160" fmla="*/ 666079 w 2773132"/>
                <a:gd name="connsiteY160" fmla="*/ 1221437 h 2772242"/>
                <a:gd name="connsiteX161" fmla="*/ 776873 w 2773132"/>
                <a:gd name="connsiteY161" fmla="*/ 1221437 h 2772242"/>
                <a:gd name="connsiteX162" fmla="*/ 776873 w 2773132"/>
                <a:gd name="connsiteY162" fmla="*/ 1110547 h 2772242"/>
                <a:gd name="connsiteX163" fmla="*/ 666079 w 2773132"/>
                <a:gd name="connsiteY163" fmla="*/ 1110547 h 2772242"/>
                <a:gd name="connsiteX164" fmla="*/ 666079 w 2773132"/>
                <a:gd name="connsiteY164" fmla="*/ 999658 h 2772242"/>
                <a:gd name="connsiteX165" fmla="*/ 666079 w 2773132"/>
                <a:gd name="connsiteY165" fmla="*/ 888768 h 2772242"/>
                <a:gd name="connsiteX166" fmla="*/ 666079 w 2773132"/>
                <a:gd name="connsiteY166" fmla="*/ 777878 h 2772242"/>
                <a:gd name="connsiteX167" fmla="*/ 776543 w 2773132"/>
                <a:gd name="connsiteY167" fmla="*/ 777878 h 277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2773132" h="2772242">
                  <a:moveTo>
                    <a:pt x="2662009" y="221779"/>
                  </a:moveTo>
                  <a:lnTo>
                    <a:pt x="2551216" y="221779"/>
                  </a:lnTo>
                  <a:lnTo>
                    <a:pt x="2551216" y="110890"/>
                  </a:lnTo>
                  <a:lnTo>
                    <a:pt x="2440092" y="110890"/>
                  </a:lnTo>
                  <a:lnTo>
                    <a:pt x="2440092" y="0"/>
                  </a:lnTo>
                  <a:lnTo>
                    <a:pt x="2329299" y="0"/>
                  </a:lnTo>
                  <a:lnTo>
                    <a:pt x="2218506" y="0"/>
                  </a:lnTo>
                  <a:lnTo>
                    <a:pt x="2107712" y="0"/>
                  </a:lnTo>
                  <a:lnTo>
                    <a:pt x="1996919" y="0"/>
                  </a:lnTo>
                  <a:lnTo>
                    <a:pt x="1886126" y="0"/>
                  </a:lnTo>
                  <a:lnTo>
                    <a:pt x="1775332" y="0"/>
                  </a:lnTo>
                  <a:lnTo>
                    <a:pt x="1664539" y="0"/>
                  </a:lnTo>
                  <a:lnTo>
                    <a:pt x="1553745" y="0"/>
                  </a:lnTo>
                  <a:lnTo>
                    <a:pt x="1442952" y="0"/>
                  </a:lnTo>
                  <a:lnTo>
                    <a:pt x="1332159" y="0"/>
                  </a:lnTo>
                  <a:lnTo>
                    <a:pt x="1220046" y="0"/>
                  </a:lnTo>
                  <a:lnTo>
                    <a:pt x="1109253" y="0"/>
                  </a:lnTo>
                  <a:lnTo>
                    <a:pt x="998459" y="0"/>
                  </a:lnTo>
                  <a:lnTo>
                    <a:pt x="887666" y="0"/>
                  </a:lnTo>
                  <a:lnTo>
                    <a:pt x="776873" y="0"/>
                  </a:lnTo>
                  <a:lnTo>
                    <a:pt x="666079" y="0"/>
                  </a:lnTo>
                  <a:lnTo>
                    <a:pt x="555286" y="0"/>
                  </a:lnTo>
                  <a:lnTo>
                    <a:pt x="444493" y="0"/>
                  </a:lnTo>
                  <a:lnTo>
                    <a:pt x="333699" y="0"/>
                  </a:lnTo>
                  <a:lnTo>
                    <a:pt x="333699" y="110890"/>
                  </a:lnTo>
                  <a:lnTo>
                    <a:pt x="221917" y="110890"/>
                  </a:lnTo>
                  <a:lnTo>
                    <a:pt x="221917" y="221779"/>
                  </a:lnTo>
                  <a:lnTo>
                    <a:pt x="110793" y="221779"/>
                  </a:lnTo>
                  <a:lnTo>
                    <a:pt x="110793" y="332669"/>
                  </a:lnTo>
                  <a:lnTo>
                    <a:pt x="0" y="332669"/>
                  </a:lnTo>
                  <a:lnTo>
                    <a:pt x="0" y="443559"/>
                  </a:lnTo>
                  <a:lnTo>
                    <a:pt x="0" y="554449"/>
                  </a:lnTo>
                  <a:lnTo>
                    <a:pt x="0" y="665338"/>
                  </a:lnTo>
                  <a:lnTo>
                    <a:pt x="0" y="776228"/>
                  </a:lnTo>
                  <a:lnTo>
                    <a:pt x="0" y="887118"/>
                  </a:lnTo>
                  <a:lnTo>
                    <a:pt x="0" y="998007"/>
                  </a:lnTo>
                  <a:lnTo>
                    <a:pt x="0" y="1108897"/>
                  </a:lnTo>
                  <a:lnTo>
                    <a:pt x="0" y="1219787"/>
                  </a:lnTo>
                  <a:lnTo>
                    <a:pt x="0" y="1330676"/>
                  </a:lnTo>
                  <a:lnTo>
                    <a:pt x="0" y="1441566"/>
                  </a:lnTo>
                  <a:lnTo>
                    <a:pt x="0" y="1552456"/>
                  </a:lnTo>
                  <a:lnTo>
                    <a:pt x="0" y="1663346"/>
                  </a:lnTo>
                  <a:lnTo>
                    <a:pt x="0" y="1774235"/>
                  </a:lnTo>
                  <a:lnTo>
                    <a:pt x="0" y="1885125"/>
                  </a:lnTo>
                  <a:lnTo>
                    <a:pt x="0" y="1996015"/>
                  </a:lnTo>
                  <a:lnTo>
                    <a:pt x="0" y="2106905"/>
                  </a:lnTo>
                  <a:lnTo>
                    <a:pt x="0" y="2217794"/>
                  </a:lnTo>
                  <a:lnTo>
                    <a:pt x="0" y="2328684"/>
                  </a:lnTo>
                  <a:lnTo>
                    <a:pt x="0" y="2439573"/>
                  </a:lnTo>
                  <a:lnTo>
                    <a:pt x="110793" y="2439573"/>
                  </a:lnTo>
                  <a:lnTo>
                    <a:pt x="110793" y="2550463"/>
                  </a:lnTo>
                  <a:lnTo>
                    <a:pt x="221587" y="2550463"/>
                  </a:lnTo>
                  <a:lnTo>
                    <a:pt x="221587" y="2661353"/>
                  </a:lnTo>
                  <a:lnTo>
                    <a:pt x="332380" y="2661353"/>
                  </a:lnTo>
                  <a:lnTo>
                    <a:pt x="332380" y="2772243"/>
                  </a:lnTo>
                  <a:lnTo>
                    <a:pt x="443174" y="2772243"/>
                  </a:lnTo>
                  <a:lnTo>
                    <a:pt x="553967" y="2772243"/>
                  </a:lnTo>
                  <a:lnTo>
                    <a:pt x="664760" y="2772243"/>
                  </a:lnTo>
                  <a:lnTo>
                    <a:pt x="775554" y="2772243"/>
                  </a:lnTo>
                  <a:lnTo>
                    <a:pt x="886347" y="2772243"/>
                  </a:lnTo>
                  <a:lnTo>
                    <a:pt x="997140" y="2772243"/>
                  </a:lnTo>
                  <a:lnTo>
                    <a:pt x="1107934" y="2772243"/>
                  </a:lnTo>
                  <a:lnTo>
                    <a:pt x="1220046" y="2772243"/>
                  </a:lnTo>
                  <a:lnTo>
                    <a:pt x="1330840" y="2772243"/>
                  </a:lnTo>
                  <a:lnTo>
                    <a:pt x="1441633" y="2772243"/>
                  </a:lnTo>
                  <a:lnTo>
                    <a:pt x="1552426" y="2772243"/>
                  </a:lnTo>
                  <a:lnTo>
                    <a:pt x="1663220" y="2772243"/>
                  </a:lnTo>
                  <a:lnTo>
                    <a:pt x="1774013" y="2772243"/>
                  </a:lnTo>
                  <a:lnTo>
                    <a:pt x="1884806" y="2772243"/>
                  </a:lnTo>
                  <a:lnTo>
                    <a:pt x="1995600" y="2772243"/>
                  </a:lnTo>
                  <a:lnTo>
                    <a:pt x="2106393" y="2772243"/>
                  </a:lnTo>
                  <a:lnTo>
                    <a:pt x="2217187" y="2772243"/>
                  </a:lnTo>
                  <a:lnTo>
                    <a:pt x="2327980" y="2772243"/>
                  </a:lnTo>
                  <a:lnTo>
                    <a:pt x="2440092" y="2772243"/>
                  </a:lnTo>
                  <a:lnTo>
                    <a:pt x="2440092" y="2661353"/>
                  </a:lnTo>
                  <a:lnTo>
                    <a:pt x="2550886" y="2661353"/>
                  </a:lnTo>
                  <a:lnTo>
                    <a:pt x="2550886" y="2550463"/>
                  </a:lnTo>
                  <a:lnTo>
                    <a:pt x="2661679" y="2550463"/>
                  </a:lnTo>
                  <a:lnTo>
                    <a:pt x="2661679" y="2439573"/>
                  </a:lnTo>
                  <a:lnTo>
                    <a:pt x="2773132" y="2439573"/>
                  </a:lnTo>
                  <a:lnTo>
                    <a:pt x="2773132" y="2328684"/>
                  </a:lnTo>
                  <a:lnTo>
                    <a:pt x="2773132" y="2217794"/>
                  </a:lnTo>
                  <a:lnTo>
                    <a:pt x="2773132" y="2106905"/>
                  </a:lnTo>
                  <a:lnTo>
                    <a:pt x="2773132" y="1998325"/>
                  </a:lnTo>
                  <a:lnTo>
                    <a:pt x="2773132" y="1887435"/>
                  </a:lnTo>
                  <a:lnTo>
                    <a:pt x="2773132" y="1776546"/>
                  </a:lnTo>
                  <a:lnTo>
                    <a:pt x="2773132" y="1664996"/>
                  </a:lnTo>
                  <a:lnTo>
                    <a:pt x="2773132" y="1554106"/>
                  </a:lnTo>
                  <a:lnTo>
                    <a:pt x="2773132" y="1443216"/>
                  </a:lnTo>
                  <a:lnTo>
                    <a:pt x="2773132" y="1332326"/>
                  </a:lnTo>
                  <a:lnTo>
                    <a:pt x="2773132" y="1221437"/>
                  </a:lnTo>
                  <a:lnTo>
                    <a:pt x="2773132" y="1110547"/>
                  </a:lnTo>
                  <a:lnTo>
                    <a:pt x="2773132" y="999658"/>
                  </a:lnTo>
                  <a:lnTo>
                    <a:pt x="2773132" y="888768"/>
                  </a:lnTo>
                  <a:lnTo>
                    <a:pt x="2773132" y="777878"/>
                  </a:lnTo>
                  <a:lnTo>
                    <a:pt x="2773132" y="666988"/>
                  </a:lnTo>
                  <a:lnTo>
                    <a:pt x="2773132" y="556099"/>
                  </a:lnTo>
                  <a:lnTo>
                    <a:pt x="2773132" y="443889"/>
                  </a:lnTo>
                  <a:lnTo>
                    <a:pt x="2773132" y="332999"/>
                  </a:lnTo>
                  <a:lnTo>
                    <a:pt x="2662339" y="332999"/>
                  </a:lnTo>
                  <a:lnTo>
                    <a:pt x="2662339" y="221779"/>
                  </a:lnTo>
                  <a:close/>
                  <a:moveTo>
                    <a:pt x="776543" y="776888"/>
                  </a:moveTo>
                  <a:lnTo>
                    <a:pt x="776543" y="887778"/>
                  </a:lnTo>
                  <a:lnTo>
                    <a:pt x="887336" y="887778"/>
                  </a:lnTo>
                  <a:lnTo>
                    <a:pt x="887336" y="998667"/>
                  </a:lnTo>
                  <a:lnTo>
                    <a:pt x="998130" y="998667"/>
                  </a:lnTo>
                  <a:lnTo>
                    <a:pt x="998130" y="1109557"/>
                  </a:lnTo>
                  <a:lnTo>
                    <a:pt x="1108923" y="1109557"/>
                  </a:lnTo>
                  <a:lnTo>
                    <a:pt x="1108923" y="1220447"/>
                  </a:lnTo>
                  <a:lnTo>
                    <a:pt x="1220046" y="1220447"/>
                  </a:lnTo>
                  <a:lnTo>
                    <a:pt x="1330840" y="1220447"/>
                  </a:lnTo>
                  <a:lnTo>
                    <a:pt x="1330840" y="1109557"/>
                  </a:lnTo>
                  <a:lnTo>
                    <a:pt x="1441633" y="1109557"/>
                  </a:lnTo>
                  <a:lnTo>
                    <a:pt x="1441633" y="998667"/>
                  </a:lnTo>
                  <a:lnTo>
                    <a:pt x="1441633" y="887778"/>
                  </a:lnTo>
                  <a:lnTo>
                    <a:pt x="1552426" y="887778"/>
                  </a:lnTo>
                  <a:lnTo>
                    <a:pt x="1552426" y="776888"/>
                  </a:lnTo>
                  <a:lnTo>
                    <a:pt x="1663220" y="776888"/>
                  </a:lnTo>
                  <a:lnTo>
                    <a:pt x="1774013" y="776888"/>
                  </a:lnTo>
                  <a:lnTo>
                    <a:pt x="1884806" y="776888"/>
                  </a:lnTo>
                  <a:lnTo>
                    <a:pt x="1884806" y="887778"/>
                  </a:lnTo>
                  <a:lnTo>
                    <a:pt x="1995600" y="887778"/>
                  </a:lnTo>
                  <a:lnTo>
                    <a:pt x="2106393" y="887778"/>
                  </a:lnTo>
                  <a:lnTo>
                    <a:pt x="2106393" y="998667"/>
                  </a:lnTo>
                  <a:lnTo>
                    <a:pt x="1995600" y="998667"/>
                  </a:lnTo>
                  <a:lnTo>
                    <a:pt x="1995600" y="1109557"/>
                  </a:lnTo>
                  <a:lnTo>
                    <a:pt x="1884806" y="1109557"/>
                  </a:lnTo>
                  <a:lnTo>
                    <a:pt x="1884806" y="1220447"/>
                  </a:lnTo>
                  <a:lnTo>
                    <a:pt x="1995600" y="1220447"/>
                  </a:lnTo>
                  <a:lnTo>
                    <a:pt x="1995600" y="1331337"/>
                  </a:lnTo>
                  <a:lnTo>
                    <a:pt x="1995600" y="1442226"/>
                  </a:lnTo>
                  <a:lnTo>
                    <a:pt x="1884806" y="1442226"/>
                  </a:lnTo>
                  <a:lnTo>
                    <a:pt x="1884806" y="1553116"/>
                  </a:lnTo>
                  <a:lnTo>
                    <a:pt x="1884806" y="1664005"/>
                  </a:lnTo>
                  <a:lnTo>
                    <a:pt x="1774013" y="1664005"/>
                  </a:lnTo>
                  <a:lnTo>
                    <a:pt x="1774013" y="1774896"/>
                  </a:lnTo>
                  <a:lnTo>
                    <a:pt x="1663220" y="1774896"/>
                  </a:lnTo>
                  <a:lnTo>
                    <a:pt x="1663220" y="1885785"/>
                  </a:lnTo>
                  <a:lnTo>
                    <a:pt x="1552426" y="1885785"/>
                  </a:lnTo>
                  <a:lnTo>
                    <a:pt x="1552426" y="1996675"/>
                  </a:lnTo>
                  <a:lnTo>
                    <a:pt x="1441633" y="1996675"/>
                  </a:lnTo>
                  <a:lnTo>
                    <a:pt x="1330840" y="1996675"/>
                  </a:lnTo>
                  <a:lnTo>
                    <a:pt x="1220046" y="1996675"/>
                  </a:lnTo>
                  <a:lnTo>
                    <a:pt x="1109253" y="1996675"/>
                  </a:lnTo>
                  <a:lnTo>
                    <a:pt x="998459" y="1996675"/>
                  </a:lnTo>
                  <a:lnTo>
                    <a:pt x="887666" y="1996675"/>
                  </a:lnTo>
                  <a:lnTo>
                    <a:pt x="776873" y="1996675"/>
                  </a:lnTo>
                  <a:lnTo>
                    <a:pt x="776873" y="1885785"/>
                  </a:lnTo>
                  <a:lnTo>
                    <a:pt x="887666" y="1885785"/>
                  </a:lnTo>
                  <a:lnTo>
                    <a:pt x="998459" y="1885785"/>
                  </a:lnTo>
                  <a:lnTo>
                    <a:pt x="998459" y="1774896"/>
                  </a:lnTo>
                  <a:lnTo>
                    <a:pt x="998459" y="1664996"/>
                  </a:lnTo>
                  <a:lnTo>
                    <a:pt x="887666" y="1664996"/>
                  </a:lnTo>
                  <a:lnTo>
                    <a:pt x="776873" y="1664996"/>
                  </a:lnTo>
                  <a:lnTo>
                    <a:pt x="776873" y="1554106"/>
                  </a:lnTo>
                  <a:lnTo>
                    <a:pt x="887666" y="1554106"/>
                  </a:lnTo>
                  <a:lnTo>
                    <a:pt x="887666" y="1443216"/>
                  </a:lnTo>
                  <a:lnTo>
                    <a:pt x="776873" y="1443216"/>
                  </a:lnTo>
                  <a:lnTo>
                    <a:pt x="776873" y="1332326"/>
                  </a:lnTo>
                  <a:lnTo>
                    <a:pt x="666079" y="1332326"/>
                  </a:lnTo>
                  <a:lnTo>
                    <a:pt x="666079" y="1221437"/>
                  </a:lnTo>
                  <a:lnTo>
                    <a:pt x="776873" y="1221437"/>
                  </a:lnTo>
                  <a:lnTo>
                    <a:pt x="776873" y="1110547"/>
                  </a:lnTo>
                  <a:lnTo>
                    <a:pt x="666079" y="1110547"/>
                  </a:lnTo>
                  <a:lnTo>
                    <a:pt x="666079" y="999658"/>
                  </a:lnTo>
                  <a:lnTo>
                    <a:pt x="666079" y="888768"/>
                  </a:lnTo>
                  <a:lnTo>
                    <a:pt x="666079" y="777878"/>
                  </a:lnTo>
                  <a:lnTo>
                    <a:pt x="776543" y="777878"/>
                  </a:lnTo>
                  <a:close/>
                </a:path>
              </a:pathLst>
            </a:custGeom>
            <a:solidFill>
              <a:srgbClr val="231F20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910CEE-BB6E-71AC-391F-4761124E5112}"/>
              </a:ext>
            </a:extLst>
          </p:cNvPr>
          <p:cNvGrpSpPr/>
          <p:nvPr/>
        </p:nvGrpSpPr>
        <p:grpSpPr>
          <a:xfrm>
            <a:off x="994023" y="2124210"/>
            <a:ext cx="670848" cy="671430"/>
            <a:chOff x="-3669270" y="-126010"/>
            <a:chExt cx="2773132" cy="2775542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54070B9-36C9-3F3D-7CF9-2B96879268C0}"/>
                </a:ext>
              </a:extLst>
            </p:cNvPr>
            <p:cNvSpPr/>
            <p:nvPr/>
          </p:nvSpPr>
          <p:spPr>
            <a:xfrm>
              <a:off x="-2449223" y="1095096"/>
              <a:ext cx="998459" cy="999327"/>
            </a:xfrm>
            <a:custGeom>
              <a:avLst/>
              <a:gdLst>
                <a:gd name="connsiteX0" fmla="*/ 887336 w 998459"/>
                <a:gd name="connsiteY0" fmla="*/ 222109 h 999327"/>
                <a:gd name="connsiteX1" fmla="*/ 887336 w 998459"/>
                <a:gd name="connsiteY1" fmla="*/ 111220 h 999327"/>
                <a:gd name="connsiteX2" fmla="*/ 776543 w 998459"/>
                <a:gd name="connsiteY2" fmla="*/ 111220 h 999327"/>
                <a:gd name="connsiteX3" fmla="*/ 776543 w 998459"/>
                <a:gd name="connsiteY3" fmla="*/ 0 h 999327"/>
                <a:gd name="connsiteX4" fmla="*/ 665420 w 998459"/>
                <a:gd name="connsiteY4" fmla="*/ 0 h 999327"/>
                <a:gd name="connsiteX5" fmla="*/ 554626 w 998459"/>
                <a:gd name="connsiteY5" fmla="*/ 0 h 999327"/>
                <a:gd name="connsiteX6" fmla="*/ 443833 w 998459"/>
                <a:gd name="connsiteY6" fmla="*/ 0 h 999327"/>
                <a:gd name="connsiteX7" fmla="*/ 443833 w 998459"/>
                <a:gd name="connsiteY7" fmla="*/ 111220 h 999327"/>
                <a:gd name="connsiteX8" fmla="*/ 332710 w 998459"/>
                <a:gd name="connsiteY8" fmla="*/ 111220 h 999327"/>
                <a:gd name="connsiteX9" fmla="*/ 332710 w 998459"/>
                <a:gd name="connsiteY9" fmla="*/ 0 h 999327"/>
                <a:gd name="connsiteX10" fmla="*/ 221916 w 998459"/>
                <a:gd name="connsiteY10" fmla="*/ 0 h 999327"/>
                <a:gd name="connsiteX11" fmla="*/ 111123 w 998459"/>
                <a:gd name="connsiteY11" fmla="*/ 0 h 999327"/>
                <a:gd name="connsiteX12" fmla="*/ 0 w 998459"/>
                <a:gd name="connsiteY12" fmla="*/ 0 h 999327"/>
                <a:gd name="connsiteX13" fmla="*/ 0 w 998459"/>
                <a:gd name="connsiteY13" fmla="*/ 111220 h 999327"/>
                <a:gd name="connsiteX14" fmla="*/ 0 w 998459"/>
                <a:gd name="connsiteY14" fmla="*/ 222109 h 999327"/>
                <a:gd name="connsiteX15" fmla="*/ 0 w 998459"/>
                <a:gd name="connsiteY15" fmla="*/ 332999 h 999327"/>
                <a:gd name="connsiteX16" fmla="*/ 0 w 998459"/>
                <a:gd name="connsiteY16" fmla="*/ 444219 h 999327"/>
                <a:gd name="connsiteX17" fmla="*/ 0 w 998459"/>
                <a:gd name="connsiteY17" fmla="*/ 555109 h 999327"/>
                <a:gd name="connsiteX18" fmla="*/ 0 w 998459"/>
                <a:gd name="connsiteY18" fmla="*/ 665998 h 999327"/>
                <a:gd name="connsiteX19" fmla="*/ 0 w 998459"/>
                <a:gd name="connsiteY19" fmla="*/ 777218 h 999327"/>
                <a:gd name="connsiteX20" fmla="*/ 0 w 998459"/>
                <a:gd name="connsiteY20" fmla="*/ 888108 h 999327"/>
                <a:gd name="connsiteX21" fmla="*/ 0 w 998459"/>
                <a:gd name="connsiteY21" fmla="*/ 999327 h 999327"/>
                <a:gd name="connsiteX22" fmla="*/ 111123 w 998459"/>
                <a:gd name="connsiteY22" fmla="*/ 999327 h 999327"/>
                <a:gd name="connsiteX23" fmla="*/ 221916 w 998459"/>
                <a:gd name="connsiteY23" fmla="*/ 999327 h 999327"/>
                <a:gd name="connsiteX24" fmla="*/ 332710 w 998459"/>
                <a:gd name="connsiteY24" fmla="*/ 999327 h 999327"/>
                <a:gd name="connsiteX25" fmla="*/ 332710 w 998459"/>
                <a:gd name="connsiteY25" fmla="*/ 888108 h 999327"/>
                <a:gd name="connsiteX26" fmla="*/ 332710 w 998459"/>
                <a:gd name="connsiteY26" fmla="*/ 777218 h 999327"/>
                <a:gd name="connsiteX27" fmla="*/ 332710 w 998459"/>
                <a:gd name="connsiteY27" fmla="*/ 665998 h 999327"/>
                <a:gd name="connsiteX28" fmla="*/ 332710 w 998459"/>
                <a:gd name="connsiteY28" fmla="*/ 555109 h 999327"/>
                <a:gd name="connsiteX29" fmla="*/ 332710 w 998459"/>
                <a:gd name="connsiteY29" fmla="*/ 444219 h 999327"/>
                <a:gd name="connsiteX30" fmla="*/ 332710 w 998459"/>
                <a:gd name="connsiteY30" fmla="*/ 332999 h 999327"/>
                <a:gd name="connsiteX31" fmla="*/ 443833 w 998459"/>
                <a:gd name="connsiteY31" fmla="*/ 332999 h 999327"/>
                <a:gd name="connsiteX32" fmla="*/ 443833 w 998459"/>
                <a:gd name="connsiteY32" fmla="*/ 222109 h 999327"/>
                <a:gd name="connsiteX33" fmla="*/ 554626 w 998459"/>
                <a:gd name="connsiteY33" fmla="*/ 222109 h 999327"/>
                <a:gd name="connsiteX34" fmla="*/ 665420 w 998459"/>
                <a:gd name="connsiteY34" fmla="*/ 222109 h 999327"/>
                <a:gd name="connsiteX35" fmla="*/ 665420 w 998459"/>
                <a:gd name="connsiteY35" fmla="*/ 332999 h 999327"/>
                <a:gd name="connsiteX36" fmla="*/ 776543 w 998459"/>
                <a:gd name="connsiteY36" fmla="*/ 332999 h 999327"/>
                <a:gd name="connsiteX37" fmla="*/ 776543 w 998459"/>
                <a:gd name="connsiteY37" fmla="*/ 444219 h 999327"/>
                <a:gd name="connsiteX38" fmla="*/ 776543 w 998459"/>
                <a:gd name="connsiteY38" fmla="*/ 555109 h 999327"/>
                <a:gd name="connsiteX39" fmla="*/ 776543 w 998459"/>
                <a:gd name="connsiteY39" fmla="*/ 665998 h 999327"/>
                <a:gd name="connsiteX40" fmla="*/ 776543 w 998459"/>
                <a:gd name="connsiteY40" fmla="*/ 777218 h 999327"/>
                <a:gd name="connsiteX41" fmla="*/ 776543 w 998459"/>
                <a:gd name="connsiteY41" fmla="*/ 888108 h 999327"/>
                <a:gd name="connsiteX42" fmla="*/ 776543 w 998459"/>
                <a:gd name="connsiteY42" fmla="*/ 999327 h 999327"/>
                <a:gd name="connsiteX43" fmla="*/ 887336 w 998459"/>
                <a:gd name="connsiteY43" fmla="*/ 999327 h 999327"/>
                <a:gd name="connsiteX44" fmla="*/ 998459 w 998459"/>
                <a:gd name="connsiteY44" fmla="*/ 999327 h 999327"/>
                <a:gd name="connsiteX45" fmla="*/ 998459 w 998459"/>
                <a:gd name="connsiteY45" fmla="*/ 888108 h 999327"/>
                <a:gd name="connsiteX46" fmla="*/ 998459 w 998459"/>
                <a:gd name="connsiteY46" fmla="*/ 777218 h 999327"/>
                <a:gd name="connsiteX47" fmla="*/ 998459 w 998459"/>
                <a:gd name="connsiteY47" fmla="*/ 665998 h 999327"/>
                <a:gd name="connsiteX48" fmla="*/ 998459 w 998459"/>
                <a:gd name="connsiteY48" fmla="*/ 555109 h 999327"/>
                <a:gd name="connsiteX49" fmla="*/ 998459 w 998459"/>
                <a:gd name="connsiteY49" fmla="*/ 444219 h 999327"/>
                <a:gd name="connsiteX50" fmla="*/ 998459 w 998459"/>
                <a:gd name="connsiteY50" fmla="*/ 332999 h 999327"/>
                <a:gd name="connsiteX51" fmla="*/ 998459 w 998459"/>
                <a:gd name="connsiteY51" fmla="*/ 222109 h 99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998459" h="999327">
                  <a:moveTo>
                    <a:pt x="887336" y="222109"/>
                  </a:moveTo>
                  <a:lnTo>
                    <a:pt x="887336" y="111220"/>
                  </a:lnTo>
                  <a:lnTo>
                    <a:pt x="776543" y="111220"/>
                  </a:lnTo>
                  <a:lnTo>
                    <a:pt x="776543" y="0"/>
                  </a:lnTo>
                  <a:lnTo>
                    <a:pt x="665420" y="0"/>
                  </a:lnTo>
                  <a:lnTo>
                    <a:pt x="554626" y="0"/>
                  </a:lnTo>
                  <a:lnTo>
                    <a:pt x="443833" y="0"/>
                  </a:lnTo>
                  <a:lnTo>
                    <a:pt x="443833" y="111220"/>
                  </a:lnTo>
                  <a:lnTo>
                    <a:pt x="332710" y="111220"/>
                  </a:lnTo>
                  <a:lnTo>
                    <a:pt x="332710" y="0"/>
                  </a:lnTo>
                  <a:lnTo>
                    <a:pt x="221916" y="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2999"/>
                  </a:lnTo>
                  <a:lnTo>
                    <a:pt x="0" y="444219"/>
                  </a:lnTo>
                  <a:lnTo>
                    <a:pt x="0" y="555109"/>
                  </a:lnTo>
                  <a:lnTo>
                    <a:pt x="0" y="665998"/>
                  </a:lnTo>
                  <a:lnTo>
                    <a:pt x="0" y="777218"/>
                  </a:lnTo>
                  <a:lnTo>
                    <a:pt x="0" y="888108"/>
                  </a:lnTo>
                  <a:lnTo>
                    <a:pt x="0" y="999327"/>
                  </a:lnTo>
                  <a:lnTo>
                    <a:pt x="111123" y="999327"/>
                  </a:lnTo>
                  <a:lnTo>
                    <a:pt x="221916" y="999327"/>
                  </a:lnTo>
                  <a:lnTo>
                    <a:pt x="332710" y="999327"/>
                  </a:lnTo>
                  <a:lnTo>
                    <a:pt x="332710" y="888108"/>
                  </a:lnTo>
                  <a:lnTo>
                    <a:pt x="332710" y="777218"/>
                  </a:lnTo>
                  <a:lnTo>
                    <a:pt x="332710" y="665998"/>
                  </a:lnTo>
                  <a:lnTo>
                    <a:pt x="332710" y="555109"/>
                  </a:lnTo>
                  <a:lnTo>
                    <a:pt x="332710" y="444219"/>
                  </a:lnTo>
                  <a:lnTo>
                    <a:pt x="332710" y="332999"/>
                  </a:lnTo>
                  <a:lnTo>
                    <a:pt x="443833" y="332999"/>
                  </a:lnTo>
                  <a:lnTo>
                    <a:pt x="443833" y="222109"/>
                  </a:lnTo>
                  <a:lnTo>
                    <a:pt x="554626" y="222109"/>
                  </a:lnTo>
                  <a:lnTo>
                    <a:pt x="665420" y="222109"/>
                  </a:lnTo>
                  <a:lnTo>
                    <a:pt x="665420" y="332999"/>
                  </a:lnTo>
                  <a:lnTo>
                    <a:pt x="776543" y="332999"/>
                  </a:lnTo>
                  <a:lnTo>
                    <a:pt x="776543" y="444219"/>
                  </a:lnTo>
                  <a:lnTo>
                    <a:pt x="776543" y="555109"/>
                  </a:lnTo>
                  <a:lnTo>
                    <a:pt x="776543" y="665998"/>
                  </a:lnTo>
                  <a:lnTo>
                    <a:pt x="776543" y="777218"/>
                  </a:lnTo>
                  <a:lnTo>
                    <a:pt x="776543" y="888108"/>
                  </a:lnTo>
                  <a:lnTo>
                    <a:pt x="776543" y="999327"/>
                  </a:lnTo>
                  <a:lnTo>
                    <a:pt x="887336" y="999327"/>
                  </a:lnTo>
                  <a:lnTo>
                    <a:pt x="998459" y="999327"/>
                  </a:lnTo>
                  <a:lnTo>
                    <a:pt x="998459" y="888108"/>
                  </a:lnTo>
                  <a:lnTo>
                    <a:pt x="998459" y="777218"/>
                  </a:lnTo>
                  <a:lnTo>
                    <a:pt x="998459" y="665998"/>
                  </a:lnTo>
                  <a:lnTo>
                    <a:pt x="998459" y="555109"/>
                  </a:lnTo>
                  <a:lnTo>
                    <a:pt x="998459" y="444219"/>
                  </a:lnTo>
                  <a:lnTo>
                    <a:pt x="998459" y="332999"/>
                  </a:lnTo>
                  <a:lnTo>
                    <a:pt x="998459" y="222109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39F42EC-620D-3F73-73AE-1689FC6F7146}"/>
                </a:ext>
              </a:extLst>
            </p:cNvPr>
            <p:cNvSpPr/>
            <p:nvPr/>
          </p:nvSpPr>
          <p:spPr>
            <a:xfrm>
              <a:off x="-3003850" y="1095096"/>
              <a:ext cx="332709" cy="999327"/>
            </a:xfrm>
            <a:custGeom>
              <a:avLst/>
              <a:gdLst>
                <a:gd name="connsiteX0" fmla="*/ 221917 w 332709"/>
                <a:gd name="connsiteY0" fmla="*/ 999327 h 999327"/>
                <a:gd name="connsiteX1" fmla="*/ 332710 w 332709"/>
                <a:gd name="connsiteY1" fmla="*/ 999327 h 999327"/>
                <a:gd name="connsiteX2" fmla="*/ 332710 w 332709"/>
                <a:gd name="connsiteY2" fmla="*/ 888108 h 999327"/>
                <a:gd name="connsiteX3" fmla="*/ 332710 w 332709"/>
                <a:gd name="connsiteY3" fmla="*/ 777218 h 999327"/>
                <a:gd name="connsiteX4" fmla="*/ 332710 w 332709"/>
                <a:gd name="connsiteY4" fmla="*/ 665998 h 999327"/>
                <a:gd name="connsiteX5" fmla="*/ 332710 w 332709"/>
                <a:gd name="connsiteY5" fmla="*/ 555109 h 999327"/>
                <a:gd name="connsiteX6" fmla="*/ 332710 w 332709"/>
                <a:gd name="connsiteY6" fmla="*/ 444219 h 999327"/>
                <a:gd name="connsiteX7" fmla="*/ 332710 w 332709"/>
                <a:gd name="connsiteY7" fmla="*/ 332999 h 999327"/>
                <a:gd name="connsiteX8" fmla="*/ 332710 w 332709"/>
                <a:gd name="connsiteY8" fmla="*/ 222109 h 999327"/>
                <a:gd name="connsiteX9" fmla="*/ 332710 w 332709"/>
                <a:gd name="connsiteY9" fmla="*/ 111220 h 999327"/>
                <a:gd name="connsiteX10" fmla="*/ 332710 w 332709"/>
                <a:gd name="connsiteY10" fmla="*/ 0 h 999327"/>
                <a:gd name="connsiteX11" fmla="*/ 221917 w 332709"/>
                <a:gd name="connsiteY11" fmla="*/ 0 h 999327"/>
                <a:gd name="connsiteX12" fmla="*/ 111123 w 332709"/>
                <a:gd name="connsiteY12" fmla="*/ 0 h 999327"/>
                <a:gd name="connsiteX13" fmla="*/ 0 w 332709"/>
                <a:gd name="connsiteY13" fmla="*/ 0 h 999327"/>
                <a:gd name="connsiteX14" fmla="*/ 0 w 332709"/>
                <a:gd name="connsiteY14" fmla="*/ 111220 h 999327"/>
                <a:gd name="connsiteX15" fmla="*/ 0 w 332709"/>
                <a:gd name="connsiteY15" fmla="*/ 222109 h 999327"/>
                <a:gd name="connsiteX16" fmla="*/ 0 w 332709"/>
                <a:gd name="connsiteY16" fmla="*/ 332999 h 999327"/>
                <a:gd name="connsiteX17" fmla="*/ 0 w 332709"/>
                <a:gd name="connsiteY17" fmla="*/ 444219 h 999327"/>
                <a:gd name="connsiteX18" fmla="*/ 0 w 332709"/>
                <a:gd name="connsiteY18" fmla="*/ 555109 h 999327"/>
                <a:gd name="connsiteX19" fmla="*/ 0 w 332709"/>
                <a:gd name="connsiteY19" fmla="*/ 665998 h 999327"/>
                <a:gd name="connsiteX20" fmla="*/ 0 w 332709"/>
                <a:gd name="connsiteY20" fmla="*/ 777218 h 999327"/>
                <a:gd name="connsiteX21" fmla="*/ 0 w 332709"/>
                <a:gd name="connsiteY21" fmla="*/ 888108 h 999327"/>
                <a:gd name="connsiteX22" fmla="*/ 0 w 332709"/>
                <a:gd name="connsiteY22" fmla="*/ 999327 h 999327"/>
                <a:gd name="connsiteX23" fmla="*/ 111123 w 332709"/>
                <a:gd name="connsiteY23" fmla="*/ 999327 h 99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2709" h="999327">
                  <a:moveTo>
                    <a:pt x="221917" y="999327"/>
                  </a:moveTo>
                  <a:lnTo>
                    <a:pt x="332710" y="999327"/>
                  </a:lnTo>
                  <a:lnTo>
                    <a:pt x="332710" y="888108"/>
                  </a:lnTo>
                  <a:lnTo>
                    <a:pt x="332710" y="777218"/>
                  </a:lnTo>
                  <a:lnTo>
                    <a:pt x="332710" y="665998"/>
                  </a:lnTo>
                  <a:lnTo>
                    <a:pt x="332710" y="555109"/>
                  </a:lnTo>
                  <a:lnTo>
                    <a:pt x="332710" y="444219"/>
                  </a:lnTo>
                  <a:lnTo>
                    <a:pt x="332710" y="332999"/>
                  </a:lnTo>
                  <a:lnTo>
                    <a:pt x="332710" y="222109"/>
                  </a:lnTo>
                  <a:lnTo>
                    <a:pt x="332710" y="111220"/>
                  </a:lnTo>
                  <a:lnTo>
                    <a:pt x="332710" y="0"/>
                  </a:lnTo>
                  <a:lnTo>
                    <a:pt x="221917" y="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2999"/>
                  </a:lnTo>
                  <a:lnTo>
                    <a:pt x="0" y="444219"/>
                  </a:lnTo>
                  <a:lnTo>
                    <a:pt x="0" y="555109"/>
                  </a:lnTo>
                  <a:lnTo>
                    <a:pt x="0" y="665998"/>
                  </a:lnTo>
                  <a:lnTo>
                    <a:pt x="0" y="777218"/>
                  </a:lnTo>
                  <a:lnTo>
                    <a:pt x="0" y="888108"/>
                  </a:lnTo>
                  <a:lnTo>
                    <a:pt x="0" y="999327"/>
                  </a:lnTo>
                  <a:lnTo>
                    <a:pt x="111123" y="999327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1C8C9F2-F26C-1C64-B5B8-E2A195999BFE}"/>
                </a:ext>
              </a:extLst>
            </p:cNvPr>
            <p:cNvSpPr/>
            <p:nvPr/>
          </p:nvSpPr>
          <p:spPr>
            <a:xfrm>
              <a:off x="-3003850" y="539988"/>
              <a:ext cx="332709" cy="332999"/>
            </a:xfrm>
            <a:custGeom>
              <a:avLst/>
              <a:gdLst>
                <a:gd name="connsiteX0" fmla="*/ 221917 w 332709"/>
                <a:gd name="connsiteY0" fmla="*/ 332999 h 332999"/>
                <a:gd name="connsiteX1" fmla="*/ 332710 w 332709"/>
                <a:gd name="connsiteY1" fmla="*/ 332999 h 332999"/>
                <a:gd name="connsiteX2" fmla="*/ 332710 w 332709"/>
                <a:gd name="connsiteY2" fmla="*/ 222109 h 332999"/>
                <a:gd name="connsiteX3" fmla="*/ 332710 w 332709"/>
                <a:gd name="connsiteY3" fmla="*/ 111220 h 332999"/>
                <a:gd name="connsiteX4" fmla="*/ 332710 w 332709"/>
                <a:gd name="connsiteY4" fmla="*/ 0 h 332999"/>
                <a:gd name="connsiteX5" fmla="*/ 221917 w 332709"/>
                <a:gd name="connsiteY5" fmla="*/ 0 h 332999"/>
                <a:gd name="connsiteX6" fmla="*/ 111123 w 332709"/>
                <a:gd name="connsiteY6" fmla="*/ 0 h 332999"/>
                <a:gd name="connsiteX7" fmla="*/ 0 w 332709"/>
                <a:gd name="connsiteY7" fmla="*/ 0 h 332999"/>
                <a:gd name="connsiteX8" fmla="*/ 0 w 332709"/>
                <a:gd name="connsiteY8" fmla="*/ 111220 h 332999"/>
                <a:gd name="connsiteX9" fmla="*/ 0 w 332709"/>
                <a:gd name="connsiteY9" fmla="*/ 222109 h 332999"/>
                <a:gd name="connsiteX10" fmla="*/ 0 w 332709"/>
                <a:gd name="connsiteY10" fmla="*/ 332999 h 332999"/>
                <a:gd name="connsiteX11" fmla="*/ 111123 w 332709"/>
                <a:gd name="connsiteY11" fmla="*/ 332999 h 332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2709" h="332999">
                  <a:moveTo>
                    <a:pt x="221917" y="332999"/>
                  </a:moveTo>
                  <a:lnTo>
                    <a:pt x="332710" y="332999"/>
                  </a:lnTo>
                  <a:lnTo>
                    <a:pt x="332710" y="222109"/>
                  </a:lnTo>
                  <a:lnTo>
                    <a:pt x="332710" y="111220"/>
                  </a:lnTo>
                  <a:lnTo>
                    <a:pt x="332710" y="0"/>
                  </a:lnTo>
                  <a:lnTo>
                    <a:pt x="221917" y="0"/>
                  </a:lnTo>
                  <a:lnTo>
                    <a:pt x="111123" y="0"/>
                  </a:lnTo>
                  <a:lnTo>
                    <a:pt x="0" y="0"/>
                  </a:lnTo>
                  <a:lnTo>
                    <a:pt x="0" y="111220"/>
                  </a:lnTo>
                  <a:lnTo>
                    <a:pt x="0" y="222109"/>
                  </a:lnTo>
                  <a:lnTo>
                    <a:pt x="0" y="332999"/>
                  </a:lnTo>
                  <a:lnTo>
                    <a:pt x="111123" y="332999"/>
                  </a:lnTo>
                  <a:close/>
                </a:path>
              </a:pathLst>
            </a:custGeom>
            <a:solidFill>
              <a:srgbClr val="FFFFFF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2E64266-4D00-D16F-C3F2-C347228CC89C}"/>
                </a:ext>
              </a:extLst>
            </p:cNvPr>
            <p:cNvSpPr/>
            <p:nvPr/>
          </p:nvSpPr>
          <p:spPr>
            <a:xfrm>
              <a:off x="-3669270" y="-126010"/>
              <a:ext cx="2773132" cy="2775542"/>
            </a:xfrm>
            <a:custGeom>
              <a:avLst/>
              <a:gdLst>
                <a:gd name="connsiteX0" fmla="*/ 2662009 w 2773132"/>
                <a:gd name="connsiteY0" fmla="*/ 332999 h 2775542"/>
                <a:gd name="connsiteX1" fmla="*/ 2662009 w 2773132"/>
                <a:gd name="connsiteY1" fmla="*/ 222109 h 2775542"/>
                <a:gd name="connsiteX2" fmla="*/ 2551216 w 2773132"/>
                <a:gd name="connsiteY2" fmla="*/ 222109 h 2775542"/>
                <a:gd name="connsiteX3" fmla="*/ 2551216 w 2773132"/>
                <a:gd name="connsiteY3" fmla="*/ 110890 h 2775542"/>
                <a:gd name="connsiteX4" fmla="*/ 2440092 w 2773132"/>
                <a:gd name="connsiteY4" fmla="*/ 110890 h 2775542"/>
                <a:gd name="connsiteX5" fmla="*/ 2440092 w 2773132"/>
                <a:gd name="connsiteY5" fmla="*/ 0 h 2775542"/>
                <a:gd name="connsiteX6" fmla="*/ 2329299 w 2773132"/>
                <a:gd name="connsiteY6" fmla="*/ 0 h 2775542"/>
                <a:gd name="connsiteX7" fmla="*/ 2218506 w 2773132"/>
                <a:gd name="connsiteY7" fmla="*/ 0 h 2775542"/>
                <a:gd name="connsiteX8" fmla="*/ 2107712 w 2773132"/>
                <a:gd name="connsiteY8" fmla="*/ 0 h 2775542"/>
                <a:gd name="connsiteX9" fmla="*/ 1996919 w 2773132"/>
                <a:gd name="connsiteY9" fmla="*/ 0 h 2775542"/>
                <a:gd name="connsiteX10" fmla="*/ 1886126 w 2773132"/>
                <a:gd name="connsiteY10" fmla="*/ 0 h 2775542"/>
                <a:gd name="connsiteX11" fmla="*/ 1775332 w 2773132"/>
                <a:gd name="connsiteY11" fmla="*/ 0 h 2775542"/>
                <a:gd name="connsiteX12" fmla="*/ 1664539 w 2773132"/>
                <a:gd name="connsiteY12" fmla="*/ 0 h 2775542"/>
                <a:gd name="connsiteX13" fmla="*/ 1553745 w 2773132"/>
                <a:gd name="connsiteY13" fmla="*/ 0 h 2775542"/>
                <a:gd name="connsiteX14" fmla="*/ 1442952 w 2773132"/>
                <a:gd name="connsiteY14" fmla="*/ 0 h 2775542"/>
                <a:gd name="connsiteX15" fmla="*/ 1332159 w 2773132"/>
                <a:gd name="connsiteY15" fmla="*/ 0 h 2775542"/>
                <a:gd name="connsiteX16" fmla="*/ 1220046 w 2773132"/>
                <a:gd name="connsiteY16" fmla="*/ 0 h 2775542"/>
                <a:gd name="connsiteX17" fmla="*/ 1109253 w 2773132"/>
                <a:gd name="connsiteY17" fmla="*/ 0 h 2775542"/>
                <a:gd name="connsiteX18" fmla="*/ 998459 w 2773132"/>
                <a:gd name="connsiteY18" fmla="*/ 0 h 2775542"/>
                <a:gd name="connsiteX19" fmla="*/ 887666 w 2773132"/>
                <a:gd name="connsiteY19" fmla="*/ 0 h 2775542"/>
                <a:gd name="connsiteX20" fmla="*/ 776873 w 2773132"/>
                <a:gd name="connsiteY20" fmla="*/ 0 h 2775542"/>
                <a:gd name="connsiteX21" fmla="*/ 666079 w 2773132"/>
                <a:gd name="connsiteY21" fmla="*/ 0 h 2775542"/>
                <a:gd name="connsiteX22" fmla="*/ 555286 w 2773132"/>
                <a:gd name="connsiteY22" fmla="*/ 0 h 2775542"/>
                <a:gd name="connsiteX23" fmla="*/ 444493 w 2773132"/>
                <a:gd name="connsiteY23" fmla="*/ 0 h 2775542"/>
                <a:gd name="connsiteX24" fmla="*/ 333699 w 2773132"/>
                <a:gd name="connsiteY24" fmla="*/ 0 h 2775542"/>
                <a:gd name="connsiteX25" fmla="*/ 333699 w 2773132"/>
                <a:gd name="connsiteY25" fmla="*/ 110890 h 2775542"/>
                <a:gd name="connsiteX26" fmla="*/ 221917 w 2773132"/>
                <a:gd name="connsiteY26" fmla="*/ 110890 h 2775542"/>
                <a:gd name="connsiteX27" fmla="*/ 221917 w 2773132"/>
                <a:gd name="connsiteY27" fmla="*/ 221779 h 2775542"/>
                <a:gd name="connsiteX28" fmla="*/ 110793 w 2773132"/>
                <a:gd name="connsiteY28" fmla="*/ 221779 h 2775542"/>
                <a:gd name="connsiteX29" fmla="*/ 110793 w 2773132"/>
                <a:gd name="connsiteY29" fmla="*/ 332669 h 2775542"/>
                <a:gd name="connsiteX30" fmla="*/ 0 w 2773132"/>
                <a:gd name="connsiteY30" fmla="*/ 332669 h 2775542"/>
                <a:gd name="connsiteX31" fmla="*/ 0 w 2773132"/>
                <a:gd name="connsiteY31" fmla="*/ 443559 h 2775542"/>
                <a:gd name="connsiteX32" fmla="*/ 0 w 2773132"/>
                <a:gd name="connsiteY32" fmla="*/ 554449 h 2775542"/>
                <a:gd name="connsiteX33" fmla="*/ 0 w 2773132"/>
                <a:gd name="connsiteY33" fmla="*/ 665338 h 2775542"/>
                <a:gd name="connsiteX34" fmla="*/ 0 w 2773132"/>
                <a:gd name="connsiteY34" fmla="*/ 776228 h 2775542"/>
                <a:gd name="connsiteX35" fmla="*/ 0 w 2773132"/>
                <a:gd name="connsiteY35" fmla="*/ 887118 h 2775542"/>
                <a:gd name="connsiteX36" fmla="*/ 0 w 2773132"/>
                <a:gd name="connsiteY36" fmla="*/ 998007 h 2775542"/>
                <a:gd name="connsiteX37" fmla="*/ 0 w 2773132"/>
                <a:gd name="connsiteY37" fmla="*/ 1108897 h 2775542"/>
                <a:gd name="connsiteX38" fmla="*/ 0 w 2773132"/>
                <a:gd name="connsiteY38" fmla="*/ 1221107 h 2775542"/>
                <a:gd name="connsiteX39" fmla="*/ 0 w 2773132"/>
                <a:gd name="connsiteY39" fmla="*/ 1331997 h 2775542"/>
                <a:gd name="connsiteX40" fmla="*/ 0 w 2773132"/>
                <a:gd name="connsiteY40" fmla="*/ 1442886 h 2775542"/>
                <a:gd name="connsiteX41" fmla="*/ 0 w 2773132"/>
                <a:gd name="connsiteY41" fmla="*/ 1553776 h 2775542"/>
                <a:gd name="connsiteX42" fmla="*/ 0 w 2773132"/>
                <a:gd name="connsiteY42" fmla="*/ 1664666 h 2775542"/>
                <a:gd name="connsiteX43" fmla="*/ 0 w 2773132"/>
                <a:gd name="connsiteY43" fmla="*/ 1775555 h 2775542"/>
                <a:gd name="connsiteX44" fmla="*/ 0 w 2773132"/>
                <a:gd name="connsiteY44" fmla="*/ 1886445 h 2775542"/>
                <a:gd name="connsiteX45" fmla="*/ 0 w 2773132"/>
                <a:gd name="connsiteY45" fmla="*/ 1997335 h 2775542"/>
                <a:gd name="connsiteX46" fmla="*/ 0 w 2773132"/>
                <a:gd name="connsiteY46" fmla="*/ 2108225 h 2775542"/>
                <a:gd name="connsiteX47" fmla="*/ 0 w 2773132"/>
                <a:gd name="connsiteY47" fmla="*/ 2219114 h 2775542"/>
                <a:gd name="connsiteX48" fmla="*/ 0 w 2773132"/>
                <a:gd name="connsiteY48" fmla="*/ 2330004 h 2775542"/>
                <a:gd name="connsiteX49" fmla="*/ 0 w 2773132"/>
                <a:gd name="connsiteY49" fmla="*/ 2442214 h 2775542"/>
                <a:gd name="connsiteX50" fmla="*/ 110793 w 2773132"/>
                <a:gd name="connsiteY50" fmla="*/ 2442214 h 2775542"/>
                <a:gd name="connsiteX51" fmla="*/ 110793 w 2773132"/>
                <a:gd name="connsiteY51" fmla="*/ 2553103 h 2775542"/>
                <a:gd name="connsiteX52" fmla="*/ 221587 w 2773132"/>
                <a:gd name="connsiteY52" fmla="*/ 2553103 h 2775542"/>
                <a:gd name="connsiteX53" fmla="*/ 221587 w 2773132"/>
                <a:gd name="connsiteY53" fmla="*/ 2663993 h 2775542"/>
                <a:gd name="connsiteX54" fmla="*/ 332380 w 2773132"/>
                <a:gd name="connsiteY54" fmla="*/ 2663993 h 2775542"/>
                <a:gd name="connsiteX55" fmla="*/ 332380 w 2773132"/>
                <a:gd name="connsiteY55" fmla="*/ 2775543 h 2775542"/>
                <a:gd name="connsiteX56" fmla="*/ 443174 w 2773132"/>
                <a:gd name="connsiteY56" fmla="*/ 2775543 h 2775542"/>
                <a:gd name="connsiteX57" fmla="*/ 553967 w 2773132"/>
                <a:gd name="connsiteY57" fmla="*/ 2775543 h 2775542"/>
                <a:gd name="connsiteX58" fmla="*/ 664760 w 2773132"/>
                <a:gd name="connsiteY58" fmla="*/ 2775543 h 2775542"/>
                <a:gd name="connsiteX59" fmla="*/ 775554 w 2773132"/>
                <a:gd name="connsiteY59" fmla="*/ 2775543 h 2775542"/>
                <a:gd name="connsiteX60" fmla="*/ 886347 w 2773132"/>
                <a:gd name="connsiteY60" fmla="*/ 2775543 h 2775542"/>
                <a:gd name="connsiteX61" fmla="*/ 997140 w 2773132"/>
                <a:gd name="connsiteY61" fmla="*/ 2775543 h 2775542"/>
                <a:gd name="connsiteX62" fmla="*/ 1107934 w 2773132"/>
                <a:gd name="connsiteY62" fmla="*/ 2775543 h 2775542"/>
                <a:gd name="connsiteX63" fmla="*/ 1220046 w 2773132"/>
                <a:gd name="connsiteY63" fmla="*/ 2775543 h 2775542"/>
                <a:gd name="connsiteX64" fmla="*/ 1330840 w 2773132"/>
                <a:gd name="connsiteY64" fmla="*/ 2775543 h 2775542"/>
                <a:gd name="connsiteX65" fmla="*/ 1441633 w 2773132"/>
                <a:gd name="connsiteY65" fmla="*/ 2775543 h 2775542"/>
                <a:gd name="connsiteX66" fmla="*/ 1552426 w 2773132"/>
                <a:gd name="connsiteY66" fmla="*/ 2775543 h 2775542"/>
                <a:gd name="connsiteX67" fmla="*/ 1663220 w 2773132"/>
                <a:gd name="connsiteY67" fmla="*/ 2775543 h 2775542"/>
                <a:gd name="connsiteX68" fmla="*/ 1774013 w 2773132"/>
                <a:gd name="connsiteY68" fmla="*/ 2775543 h 2775542"/>
                <a:gd name="connsiteX69" fmla="*/ 1884806 w 2773132"/>
                <a:gd name="connsiteY69" fmla="*/ 2775543 h 2775542"/>
                <a:gd name="connsiteX70" fmla="*/ 1995600 w 2773132"/>
                <a:gd name="connsiteY70" fmla="*/ 2775543 h 2775542"/>
                <a:gd name="connsiteX71" fmla="*/ 2106393 w 2773132"/>
                <a:gd name="connsiteY71" fmla="*/ 2775543 h 2775542"/>
                <a:gd name="connsiteX72" fmla="*/ 2217187 w 2773132"/>
                <a:gd name="connsiteY72" fmla="*/ 2775543 h 2775542"/>
                <a:gd name="connsiteX73" fmla="*/ 2327980 w 2773132"/>
                <a:gd name="connsiteY73" fmla="*/ 2775543 h 2775542"/>
                <a:gd name="connsiteX74" fmla="*/ 2440092 w 2773132"/>
                <a:gd name="connsiteY74" fmla="*/ 2775543 h 2775542"/>
                <a:gd name="connsiteX75" fmla="*/ 2440092 w 2773132"/>
                <a:gd name="connsiteY75" fmla="*/ 2664653 h 2775542"/>
                <a:gd name="connsiteX76" fmla="*/ 2550886 w 2773132"/>
                <a:gd name="connsiteY76" fmla="*/ 2664653 h 2775542"/>
                <a:gd name="connsiteX77" fmla="*/ 2550886 w 2773132"/>
                <a:gd name="connsiteY77" fmla="*/ 2553764 h 2775542"/>
                <a:gd name="connsiteX78" fmla="*/ 2661679 w 2773132"/>
                <a:gd name="connsiteY78" fmla="*/ 2553764 h 2775542"/>
                <a:gd name="connsiteX79" fmla="*/ 2661679 w 2773132"/>
                <a:gd name="connsiteY79" fmla="*/ 2442214 h 2775542"/>
                <a:gd name="connsiteX80" fmla="*/ 2773132 w 2773132"/>
                <a:gd name="connsiteY80" fmla="*/ 2442214 h 2775542"/>
                <a:gd name="connsiteX81" fmla="*/ 2773132 w 2773132"/>
                <a:gd name="connsiteY81" fmla="*/ 2331324 h 2775542"/>
                <a:gd name="connsiteX82" fmla="*/ 2773132 w 2773132"/>
                <a:gd name="connsiteY82" fmla="*/ 2220434 h 2775542"/>
                <a:gd name="connsiteX83" fmla="*/ 2773132 w 2773132"/>
                <a:gd name="connsiteY83" fmla="*/ 2109545 h 2775542"/>
                <a:gd name="connsiteX84" fmla="*/ 2773132 w 2773132"/>
                <a:gd name="connsiteY84" fmla="*/ 1998655 h 2775542"/>
                <a:gd name="connsiteX85" fmla="*/ 2773132 w 2773132"/>
                <a:gd name="connsiteY85" fmla="*/ 1887765 h 2775542"/>
                <a:gd name="connsiteX86" fmla="*/ 2773132 w 2773132"/>
                <a:gd name="connsiteY86" fmla="*/ 1776876 h 2775542"/>
                <a:gd name="connsiteX87" fmla="*/ 2773132 w 2773132"/>
                <a:gd name="connsiteY87" fmla="*/ 1665986 h 2775542"/>
                <a:gd name="connsiteX88" fmla="*/ 2773132 w 2773132"/>
                <a:gd name="connsiteY88" fmla="*/ 1555096 h 2775542"/>
                <a:gd name="connsiteX89" fmla="*/ 2773132 w 2773132"/>
                <a:gd name="connsiteY89" fmla="*/ 1444206 h 2775542"/>
                <a:gd name="connsiteX90" fmla="*/ 2773132 w 2773132"/>
                <a:gd name="connsiteY90" fmla="*/ 1333317 h 2775542"/>
                <a:gd name="connsiteX91" fmla="*/ 2773132 w 2773132"/>
                <a:gd name="connsiteY91" fmla="*/ 1221107 h 2775542"/>
                <a:gd name="connsiteX92" fmla="*/ 2773132 w 2773132"/>
                <a:gd name="connsiteY92" fmla="*/ 1110217 h 2775542"/>
                <a:gd name="connsiteX93" fmla="*/ 2773132 w 2773132"/>
                <a:gd name="connsiteY93" fmla="*/ 999327 h 2775542"/>
                <a:gd name="connsiteX94" fmla="*/ 2773132 w 2773132"/>
                <a:gd name="connsiteY94" fmla="*/ 888438 h 2775542"/>
                <a:gd name="connsiteX95" fmla="*/ 2773132 w 2773132"/>
                <a:gd name="connsiteY95" fmla="*/ 777548 h 2775542"/>
                <a:gd name="connsiteX96" fmla="*/ 2773132 w 2773132"/>
                <a:gd name="connsiteY96" fmla="*/ 666658 h 2775542"/>
                <a:gd name="connsiteX97" fmla="*/ 2773132 w 2773132"/>
                <a:gd name="connsiteY97" fmla="*/ 555769 h 2775542"/>
                <a:gd name="connsiteX98" fmla="*/ 2773132 w 2773132"/>
                <a:gd name="connsiteY98" fmla="*/ 444879 h 2775542"/>
                <a:gd name="connsiteX99" fmla="*/ 2773132 w 2773132"/>
                <a:gd name="connsiteY99" fmla="*/ 333989 h 2775542"/>
                <a:gd name="connsiteX100" fmla="*/ 2662009 w 2773132"/>
                <a:gd name="connsiteY100" fmla="*/ 333989 h 2775542"/>
                <a:gd name="connsiteX101" fmla="*/ 2218506 w 2773132"/>
                <a:gd name="connsiteY101" fmla="*/ 2220434 h 2775542"/>
                <a:gd name="connsiteX102" fmla="*/ 2107712 w 2773132"/>
                <a:gd name="connsiteY102" fmla="*/ 2220434 h 2775542"/>
                <a:gd name="connsiteX103" fmla="*/ 1996919 w 2773132"/>
                <a:gd name="connsiteY103" fmla="*/ 2220434 h 2775542"/>
                <a:gd name="connsiteX104" fmla="*/ 1996919 w 2773132"/>
                <a:gd name="connsiteY104" fmla="*/ 2109545 h 2775542"/>
                <a:gd name="connsiteX105" fmla="*/ 1996919 w 2773132"/>
                <a:gd name="connsiteY105" fmla="*/ 1998655 h 2775542"/>
                <a:gd name="connsiteX106" fmla="*/ 1996919 w 2773132"/>
                <a:gd name="connsiteY106" fmla="*/ 1887765 h 2775542"/>
                <a:gd name="connsiteX107" fmla="*/ 1996919 w 2773132"/>
                <a:gd name="connsiteY107" fmla="*/ 1776876 h 2775542"/>
                <a:gd name="connsiteX108" fmla="*/ 1996919 w 2773132"/>
                <a:gd name="connsiteY108" fmla="*/ 1665986 h 2775542"/>
                <a:gd name="connsiteX109" fmla="*/ 1996919 w 2773132"/>
                <a:gd name="connsiteY109" fmla="*/ 1555096 h 2775542"/>
                <a:gd name="connsiteX110" fmla="*/ 1886126 w 2773132"/>
                <a:gd name="connsiteY110" fmla="*/ 1555096 h 2775542"/>
                <a:gd name="connsiteX111" fmla="*/ 1886126 w 2773132"/>
                <a:gd name="connsiteY111" fmla="*/ 1444206 h 2775542"/>
                <a:gd name="connsiteX112" fmla="*/ 1775332 w 2773132"/>
                <a:gd name="connsiteY112" fmla="*/ 1444206 h 2775542"/>
                <a:gd name="connsiteX113" fmla="*/ 1664539 w 2773132"/>
                <a:gd name="connsiteY113" fmla="*/ 1444206 h 2775542"/>
                <a:gd name="connsiteX114" fmla="*/ 1664539 w 2773132"/>
                <a:gd name="connsiteY114" fmla="*/ 1555096 h 2775542"/>
                <a:gd name="connsiteX115" fmla="*/ 1553745 w 2773132"/>
                <a:gd name="connsiteY115" fmla="*/ 1555096 h 2775542"/>
                <a:gd name="connsiteX116" fmla="*/ 1553745 w 2773132"/>
                <a:gd name="connsiteY116" fmla="*/ 1665986 h 2775542"/>
                <a:gd name="connsiteX117" fmla="*/ 1553745 w 2773132"/>
                <a:gd name="connsiteY117" fmla="*/ 1776876 h 2775542"/>
                <a:gd name="connsiteX118" fmla="*/ 1553745 w 2773132"/>
                <a:gd name="connsiteY118" fmla="*/ 1887765 h 2775542"/>
                <a:gd name="connsiteX119" fmla="*/ 1553745 w 2773132"/>
                <a:gd name="connsiteY119" fmla="*/ 1998655 h 2775542"/>
                <a:gd name="connsiteX120" fmla="*/ 1553745 w 2773132"/>
                <a:gd name="connsiteY120" fmla="*/ 2109545 h 2775542"/>
                <a:gd name="connsiteX121" fmla="*/ 1553745 w 2773132"/>
                <a:gd name="connsiteY121" fmla="*/ 2220434 h 2775542"/>
                <a:gd name="connsiteX122" fmla="*/ 1442952 w 2773132"/>
                <a:gd name="connsiteY122" fmla="*/ 2220434 h 2775542"/>
                <a:gd name="connsiteX123" fmla="*/ 1332159 w 2773132"/>
                <a:gd name="connsiteY123" fmla="*/ 2220434 h 2775542"/>
                <a:gd name="connsiteX124" fmla="*/ 1220046 w 2773132"/>
                <a:gd name="connsiteY124" fmla="*/ 2220434 h 2775542"/>
                <a:gd name="connsiteX125" fmla="*/ 1220046 w 2773132"/>
                <a:gd name="connsiteY125" fmla="*/ 2109545 h 2775542"/>
                <a:gd name="connsiteX126" fmla="*/ 1220046 w 2773132"/>
                <a:gd name="connsiteY126" fmla="*/ 1998655 h 2775542"/>
                <a:gd name="connsiteX127" fmla="*/ 1220046 w 2773132"/>
                <a:gd name="connsiteY127" fmla="*/ 1887765 h 2775542"/>
                <a:gd name="connsiteX128" fmla="*/ 1220046 w 2773132"/>
                <a:gd name="connsiteY128" fmla="*/ 1776876 h 2775542"/>
                <a:gd name="connsiteX129" fmla="*/ 1220046 w 2773132"/>
                <a:gd name="connsiteY129" fmla="*/ 1665986 h 2775542"/>
                <a:gd name="connsiteX130" fmla="*/ 1220046 w 2773132"/>
                <a:gd name="connsiteY130" fmla="*/ 1555096 h 2775542"/>
                <a:gd name="connsiteX131" fmla="*/ 1220046 w 2773132"/>
                <a:gd name="connsiteY131" fmla="*/ 1444206 h 2775542"/>
                <a:gd name="connsiteX132" fmla="*/ 1220046 w 2773132"/>
                <a:gd name="connsiteY132" fmla="*/ 1333317 h 2775542"/>
                <a:gd name="connsiteX133" fmla="*/ 1220046 w 2773132"/>
                <a:gd name="connsiteY133" fmla="*/ 1221107 h 2775542"/>
                <a:gd name="connsiteX134" fmla="*/ 1330840 w 2773132"/>
                <a:gd name="connsiteY134" fmla="*/ 1221107 h 2775542"/>
                <a:gd name="connsiteX135" fmla="*/ 1441633 w 2773132"/>
                <a:gd name="connsiteY135" fmla="*/ 1221107 h 2775542"/>
                <a:gd name="connsiteX136" fmla="*/ 1552426 w 2773132"/>
                <a:gd name="connsiteY136" fmla="*/ 1221107 h 2775542"/>
                <a:gd name="connsiteX137" fmla="*/ 1552426 w 2773132"/>
                <a:gd name="connsiteY137" fmla="*/ 1331997 h 2775542"/>
                <a:gd name="connsiteX138" fmla="*/ 1663220 w 2773132"/>
                <a:gd name="connsiteY138" fmla="*/ 1331997 h 2775542"/>
                <a:gd name="connsiteX139" fmla="*/ 1663220 w 2773132"/>
                <a:gd name="connsiteY139" fmla="*/ 1221107 h 2775542"/>
                <a:gd name="connsiteX140" fmla="*/ 1774013 w 2773132"/>
                <a:gd name="connsiteY140" fmla="*/ 1221107 h 2775542"/>
                <a:gd name="connsiteX141" fmla="*/ 1884806 w 2773132"/>
                <a:gd name="connsiteY141" fmla="*/ 1221107 h 2775542"/>
                <a:gd name="connsiteX142" fmla="*/ 1995600 w 2773132"/>
                <a:gd name="connsiteY142" fmla="*/ 1221107 h 2775542"/>
                <a:gd name="connsiteX143" fmla="*/ 1995600 w 2773132"/>
                <a:gd name="connsiteY143" fmla="*/ 1331997 h 2775542"/>
                <a:gd name="connsiteX144" fmla="*/ 2106393 w 2773132"/>
                <a:gd name="connsiteY144" fmla="*/ 1331997 h 2775542"/>
                <a:gd name="connsiteX145" fmla="*/ 2106393 w 2773132"/>
                <a:gd name="connsiteY145" fmla="*/ 1442886 h 2775542"/>
                <a:gd name="connsiteX146" fmla="*/ 2217187 w 2773132"/>
                <a:gd name="connsiteY146" fmla="*/ 1442886 h 2775542"/>
                <a:gd name="connsiteX147" fmla="*/ 2217187 w 2773132"/>
                <a:gd name="connsiteY147" fmla="*/ 1553776 h 2775542"/>
                <a:gd name="connsiteX148" fmla="*/ 2217187 w 2773132"/>
                <a:gd name="connsiteY148" fmla="*/ 1664666 h 2775542"/>
                <a:gd name="connsiteX149" fmla="*/ 2217187 w 2773132"/>
                <a:gd name="connsiteY149" fmla="*/ 1775555 h 2775542"/>
                <a:gd name="connsiteX150" fmla="*/ 2217187 w 2773132"/>
                <a:gd name="connsiteY150" fmla="*/ 1886445 h 2775542"/>
                <a:gd name="connsiteX151" fmla="*/ 2217187 w 2773132"/>
                <a:gd name="connsiteY151" fmla="*/ 1997335 h 2775542"/>
                <a:gd name="connsiteX152" fmla="*/ 2217187 w 2773132"/>
                <a:gd name="connsiteY152" fmla="*/ 2108225 h 2775542"/>
                <a:gd name="connsiteX153" fmla="*/ 2217187 w 2773132"/>
                <a:gd name="connsiteY153" fmla="*/ 2220434 h 2775542"/>
                <a:gd name="connsiteX154" fmla="*/ 665420 w 2773132"/>
                <a:gd name="connsiteY154" fmla="*/ 665998 h 2775542"/>
                <a:gd name="connsiteX155" fmla="*/ 776213 w 2773132"/>
                <a:gd name="connsiteY155" fmla="*/ 665998 h 2775542"/>
                <a:gd name="connsiteX156" fmla="*/ 887007 w 2773132"/>
                <a:gd name="connsiteY156" fmla="*/ 665998 h 2775542"/>
                <a:gd name="connsiteX157" fmla="*/ 997800 w 2773132"/>
                <a:gd name="connsiteY157" fmla="*/ 665998 h 2775542"/>
                <a:gd name="connsiteX158" fmla="*/ 997800 w 2773132"/>
                <a:gd name="connsiteY158" fmla="*/ 776888 h 2775542"/>
                <a:gd name="connsiteX159" fmla="*/ 997800 w 2773132"/>
                <a:gd name="connsiteY159" fmla="*/ 887778 h 2775542"/>
                <a:gd name="connsiteX160" fmla="*/ 997800 w 2773132"/>
                <a:gd name="connsiteY160" fmla="*/ 998667 h 2775542"/>
                <a:gd name="connsiteX161" fmla="*/ 887007 w 2773132"/>
                <a:gd name="connsiteY161" fmla="*/ 998667 h 2775542"/>
                <a:gd name="connsiteX162" fmla="*/ 776213 w 2773132"/>
                <a:gd name="connsiteY162" fmla="*/ 998667 h 2775542"/>
                <a:gd name="connsiteX163" fmla="*/ 665420 w 2773132"/>
                <a:gd name="connsiteY163" fmla="*/ 998667 h 2775542"/>
                <a:gd name="connsiteX164" fmla="*/ 665420 w 2773132"/>
                <a:gd name="connsiteY164" fmla="*/ 887778 h 2775542"/>
                <a:gd name="connsiteX165" fmla="*/ 665420 w 2773132"/>
                <a:gd name="connsiteY165" fmla="*/ 776888 h 2775542"/>
                <a:gd name="connsiteX166" fmla="*/ 665420 w 2773132"/>
                <a:gd name="connsiteY166" fmla="*/ 665998 h 2775542"/>
                <a:gd name="connsiteX167" fmla="*/ 665420 w 2773132"/>
                <a:gd name="connsiteY167" fmla="*/ 2109215 h 2775542"/>
                <a:gd name="connsiteX168" fmla="*/ 665420 w 2773132"/>
                <a:gd name="connsiteY168" fmla="*/ 1998325 h 2775542"/>
                <a:gd name="connsiteX169" fmla="*/ 665420 w 2773132"/>
                <a:gd name="connsiteY169" fmla="*/ 1887435 h 2775542"/>
                <a:gd name="connsiteX170" fmla="*/ 665420 w 2773132"/>
                <a:gd name="connsiteY170" fmla="*/ 1776545 h 2775542"/>
                <a:gd name="connsiteX171" fmla="*/ 665420 w 2773132"/>
                <a:gd name="connsiteY171" fmla="*/ 1665656 h 2775542"/>
                <a:gd name="connsiteX172" fmla="*/ 665420 w 2773132"/>
                <a:gd name="connsiteY172" fmla="*/ 1554766 h 2775542"/>
                <a:gd name="connsiteX173" fmla="*/ 665420 w 2773132"/>
                <a:gd name="connsiteY173" fmla="*/ 1443876 h 2775542"/>
                <a:gd name="connsiteX174" fmla="*/ 665420 w 2773132"/>
                <a:gd name="connsiteY174" fmla="*/ 1332987 h 2775542"/>
                <a:gd name="connsiteX175" fmla="*/ 665420 w 2773132"/>
                <a:gd name="connsiteY175" fmla="*/ 1221107 h 2775542"/>
                <a:gd name="connsiteX176" fmla="*/ 776213 w 2773132"/>
                <a:gd name="connsiteY176" fmla="*/ 1221107 h 2775542"/>
                <a:gd name="connsiteX177" fmla="*/ 887007 w 2773132"/>
                <a:gd name="connsiteY177" fmla="*/ 1221107 h 2775542"/>
                <a:gd name="connsiteX178" fmla="*/ 997800 w 2773132"/>
                <a:gd name="connsiteY178" fmla="*/ 1221107 h 2775542"/>
                <a:gd name="connsiteX179" fmla="*/ 997800 w 2773132"/>
                <a:gd name="connsiteY179" fmla="*/ 1331997 h 2775542"/>
                <a:gd name="connsiteX180" fmla="*/ 997800 w 2773132"/>
                <a:gd name="connsiteY180" fmla="*/ 1442886 h 2775542"/>
                <a:gd name="connsiteX181" fmla="*/ 997800 w 2773132"/>
                <a:gd name="connsiteY181" fmla="*/ 1553776 h 2775542"/>
                <a:gd name="connsiteX182" fmla="*/ 997800 w 2773132"/>
                <a:gd name="connsiteY182" fmla="*/ 1664666 h 2775542"/>
                <a:gd name="connsiteX183" fmla="*/ 997800 w 2773132"/>
                <a:gd name="connsiteY183" fmla="*/ 1775555 h 2775542"/>
                <a:gd name="connsiteX184" fmla="*/ 997800 w 2773132"/>
                <a:gd name="connsiteY184" fmla="*/ 1886445 h 2775542"/>
                <a:gd name="connsiteX185" fmla="*/ 997800 w 2773132"/>
                <a:gd name="connsiteY185" fmla="*/ 1997335 h 2775542"/>
                <a:gd name="connsiteX186" fmla="*/ 997800 w 2773132"/>
                <a:gd name="connsiteY186" fmla="*/ 2108225 h 2775542"/>
                <a:gd name="connsiteX187" fmla="*/ 997800 w 2773132"/>
                <a:gd name="connsiteY187" fmla="*/ 2219114 h 2775542"/>
                <a:gd name="connsiteX188" fmla="*/ 887007 w 2773132"/>
                <a:gd name="connsiteY188" fmla="*/ 2219114 h 2775542"/>
                <a:gd name="connsiteX189" fmla="*/ 776213 w 2773132"/>
                <a:gd name="connsiteY189" fmla="*/ 2219114 h 2775542"/>
                <a:gd name="connsiteX190" fmla="*/ 665420 w 2773132"/>
                <a:gd name="connsiteY190" fmla="*/ 2219114 h 2775542"/>
                <a:gd name="connsiteX191" fmla="*/ 665420 w 2773132"/>
                <a:gd name="connsiteY191" fmla="*/ 2109215 h 2775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</a:cxnLst>
              <a:rect l="l" t="t" r="r" b="b"/>
              <a:pathLst>
                <a:path w="2773132" h="2775542">
                  <a:moveTo>
                    <a:pt x="2662009" y="332999"/>
                  </a:moveTo>
                  <a:lnTo>
                    <a:pt x="2662009" y="222109"/>
                  </a:lnTo>
                  <a:lnTo>
                    <a:pt x="2551216" y="222109"/>
                  </a:lnTo>
                  <a:lnTo>
                    <a:pt x="2551216" y="110890"/>
                  </a:lnTo>
                  <a:lnTo>
                    <a:pt x="2440092" y="110890"/>
                  </a:lnTo>
                  <a:lnTo>
                    <a:pt x="2440092" y="0"/>
                  </a:lnTo>
                  <a:lnTo>
                    <a:pt x="2329299" y="0"/>
                  </a:lnTo>
                  <a:lnTo>
                    <a:pt x="2218506" y="0"/>
                  </a:lnTo>
                  <a:lnTo>
                    <a:pt x="2107712" y="0"/>
                  </a:lnTo>
                  <a:lnTo>
                    <a:pt x="1996919" y="0"/>
                  </a:lnTo>
                  <a:lnTo>
                    <a:pt x="1886126" y="0"/>
                  </a:lnTo>
                  <a:lnTo>
                    <a:pt x="1775332" y="0"/>
                  </a:lnTo>
                  <a:lnTo>
                    <a:pt x="1664539" y="0"/>
                  </a:lnTo>
                  <a:lnTo>
                    <a:pt x="1553745" y="0"/>
                  </a:lnTo>
                  <a:lnTo>
                    <a:pt x="1442952" y="0"/>
                  </a:lnTo>
                  <a:lnTo>
                    <a:pt x="1332159" y="0"/>
                  </a:lnTo>
                  <a:lnTo>
                    <a:pt x="1220046" y="0"/>
                  </a:lnTo>
                  <a:lnTo>
                    <a:pt x="1109253" y="0"/>
                  </a:lnTo>
                  <a:lnTo>
                    <a:pt x="998459" y="0"/>
                  </a:lnTo>
                  <a:lnTo>
                    <a:pt x="887666" y="0"/>
                  </a:lnTo>
                  <a:lnTo>
                    <a:pt x="776873" y="0"/>
                  </a:lnTo>
                  <a:lnTo>
                    <a:pt x="666079" y="0"/>
                  </a:lnTo>
                  <a:lnTo>
                    <a:pt x="555286" y="0"/>
                  </a:lnTo>
                  <a:lnTo>
                    <a:pt x="444493" y="0"/>
                  </a:lnTo>
                  <a:lnTo>
                    <a:pt x="333699" y="0"/>
                  </a:lnTo>
                  <a:lnTo>
                    <a:pt x="333699" y="110890"/>
                  </a:lnTo>
                  <a:lnTo>
                    <a:pt x="221917" y="110890"/>
                  </a:lnTo>
                  <a:lnTo>
                    <a:pt x="221917" y="221779"/>
                  </a:lnTo>
                  <a:lnTo>
                    <a:pt x="110793" y="221779"/>
                  </a:lnTo>
                  <a:lnTo>
                    <a:pt x="110793" y="332669"/>
                  </a:lnTo>
                  <a:lnTo>
                    <a:pt x="0" y="332669"/>
                  </a:lnTo>
                  <a:lnTo>
                    <a:pt x="0" y="443559"/>
                  </a:lnTo>
                  <a:lnTo>
                    <a:pt x="0" y="554449"/>
                  </a:lnTo>
                  <a:lnTo>
                    <a:pt x="0" y="665338"/>
                  </a:lnTo>
                  <a:lnTo>
                    <a:pt x="0" y="776228"/>
                  </a:lnTo>
                  <a:lnTo>
                    <a:pt x="0" y="887118"/>
                  </a:lnTo>
                  <a:lnTo>
                    <a:pt x="0" y="998007"/>
                  </a:lnTo>
                  <a:lnTo>
                    <a:pt x="0" y="1108897"/>
                  </a:lnTo>
                  <a:lnTo>
                    <a:pt x="0" y="1221107"/>
                  </a:lnTo>
                  <a:lnTo>
                    <a:pt x="0" y="1331997"/>
                  </a:lnTo>
                  <a:lnTo>
                    <a:pt x="0" y="1442886"/>
                  </a:lnTo>
                  <a:lnTo>
                    <a:pt x="0" y="1553776"/>
                  </a:lnTo>
                  <a:lnTo>
                    <a:pt x="0" y="1664666"/>
                  </a:lnTo>
                  <a:lnTo>
                    <a:pt x="0" y="1775555"/>
                  </a:lnTo>
                  <a:lnTo>
                    <a:pt x="0" y="1886445"/>
                  </a:lnTo>
                  <a:lnTo>
                    <a:pt x="0" y="1997335"/>
                  </a:lnTo>
                  <a:lnTo>
                    <a:pt x="0" y="2108225"/>
                  </a:lnTo>
                  <a:lnTo>
                    <a:pt x="0" y="2219114"/>
                  </a:lnTo>
                  <a:lnTo>
                    <a:pt x="0" y="2330004"/>
                  </a:lnTo>
                  <a:lnTo>
                    <a:pt x="0" y="2442214"/>
                  </a:lnTo>
                  <a:lnTo>
                    <a:pt x="110793" y="2442214"/>
                  </a:lnTo>
                  <a:lnTo>
                    <a:pt x="110793" y="2553103"/>
                  </a:lnTo>
                  <a:lnTo>
                    <a:pt x="221587" y="2553103"/>
                  </a:lnTo>
                  <a:lnTo>
                    <a:pt x="221587" y="2663993"/>
                  </a:lnTo>
                  <a:lnTo>
                    <a:pt x="332380" y="2663993"/>
                  </a:lnTo>
                  <a:lnTo>
                    <a:pt x="332380" y="2775543"/>
                  </a:lnTo>
                  <a:lnTo>
                    <a:pt x="443174" y="2775543"/>
                  </a:lnTo>
                  <a:lnTo>
                    <a:pt x="553967" y="2775543"/>
                  </a:lnTo>
                  <a:lnTo>
                    <a:pt x="664760" y="2775543"/>
                  </a:lnTo>
                  <a:lnTo>
                    <a:pt x="775554" y="2775543"/>
                  </a:lnTo>
                  <a:lnTo>
                    <a:pt x="886347" y="2775543"/>
                  </a:lnTo>
                  <a:lnTo>
                    <a:pt x="997140" y="2775543"/>
                  </a:lnTo>
                  <a:lnTo>
                    <a:pt x="1107934" y="2775543"/>
                  </a:lnTo>
                  <a:lnTo>
                    <a:pt x="1220046" y="2775543"/>
                  </a:lnTo>
                  <a:lnTo>
                    <a:pt x="1330840" y="2775543"/>
                  </a:lnTo>
                  <a:lnTo>
                    <a:pt x="1441633" y="2775543"/>
                  </a:lnTo>
                  <a:lnTo>
                    <a:pt x="1552426" y="2775543"/>
                  </a:lnTo>
                  <a:lnTo>
                    <a:pt x="1663220" y="2775543"/>
                  </a:lnTo>
                  <a:lnTo>
                    <a:pt x="1774013" y="2775543"/>
                  </a:lnTo>
                  <a:lnTo>
                    <a:pt x="1884806" y="2775543"/>
                  </a:lnTo>
                  <a:lnTo>
                    <a:pt x="1995600" y="2775543"/>
                  </a:lnTo>
                  <a:lnTo>
                    <a:pt x="2106393" y="2775543"/>
                  </a:lnTo>
                  <a:lnTo>
                    <a:pt x="2217187" y="2775543"/>
                  </a:lnTo>
                  <a:lnTo>
                    <a:pt x="2327980" y="2775543"/>
                  </a:lnTo>
                  <a:lnTo>
                    <a:pt x="2440092" y="2775543"/>
                  </a:lnTo>
                  <a:lnTo>
                    <a:pt x="2440092" y="2664653"/>
                  </a:lnTo>
                  <a:lnTo>
                    <a:pt x="2550886" y="2664653"/>
                  </a:lnTo>
                  <a:lnTo>
                    <a:pt x="2550886" y="2553764"/>
                  </a:lnTo>
                  <a:lnTo>
                    <a:pt x="2661679" y="2553764"/>
                  </a:lnTo>
                  <a:lnTo>
                    <a:pt x="2661679" y="2442214"/>
                  </a:lnTo>
                  <a:lnTo>
                    <a:pt x="2773132" y="2442214"/>
                  </a:lnTo>
                  <a:lnTo>
                    <a:pt x="2773132" y="2331324"/>
                  </a:lnTo>
                  <a:lnTo>
                    <a:pt x="2773132" y="2220434"/>
                  </a:lnTo>
                  <a:lnTo>
                    <a:pt x="2773132" y="2109545"/>
                  </a:lnTo>
                  <a:lnTo>
                    <a:pt x="2773132" y="1998655"/>
                  </a:lnTo>
                  <a:lnTo>
                    <a:pt x="2773132" y="1887765"/>
                  </a:lnTo>
                  <a:lnTo>
                    <a:pt x="2773132" y="1776876"/>
                  </a:lnTo>
                  <a:lnTo>
                    <a:pt x="2773132" y="1665986"/>
                  </a:lnTo>
                  <a:lnTo>
                    <a:pt x="2773132" y="1555096"/>
                  </a:lnTo>
                  <a:lnTo>
                    <a:pt x="2773132" y="1444206"/>
                  </a:lnTo>
                  <a:lnTo>
                    <a:pt x="2773132" y="1333317"/>
                  </a:lnTo>
                  <a:lnTo>
                    <a:pt x="2773132" y="1221107"/>
                  </a:lnTo>
                  <a:lnTo>
                    <a:pt x="2773132" y="1110217"/>
                  </a:lnTo>
                  <a:lnTo>
                    <a:pt x="2773132" y="999327"/>
                  </a:lnTo>
                  <a:lnTo>
                    <a:pt x="2773132" y="888438"/>
                  </a:lnTo>
                  <a:lnTo>
                    <a:pt x="2773132" y="777548"/>
                  </a:lnTo>
                  <a:lnTo>
                    <a:pt x="2773132" y="666658"/>
                  </a:lnTo>
                  <a:lnTo>
                    <a:pt x="2773132" y="555769"/>
                  </a:lnTo>
                  <a:lnTo>
                    <a:pt x="2773132" y="444879"/>
                  </a:lnTo>
                  <a:lnTo>
                    <a:pt x="2773132" y="333989"/>
                  </a:lnTo>
                  <a:lnTo>
                    <a:pt x="2662009" y="333989"/>
                  </a:lnTo>
                  <a:close/>
                  <a:moveTo>
                    <a:pt x="2218506" y="2220434"/>
                  </a:moveTo>
                  <a:lnTo>
                    <a:pt x="2107712" y="2220434"/>
                  </a:lnTo>
                  <a:lnTo>
                    <a:pt x="1996919" y="2220434"/>
                  </a:lnTo>
                  <a:lnTo>
                    <a:pt x="1996919" y="2109545"/>
                  </a:lnTo>
                  <a:lnTo>
                    <a:pt x="1996919" y="1998655"/>
                  </a:lnTo>
                  <a:lnTo>
                    <a:pt x="1996919" y="1887765"/>
                  </a:lnTo>
                  <a:lnTo>
                    <a:pt x="1996919" y="1776876"/>
                  </a:lnTo>
                  <a:lnTo>
                    <a:pt x="1996919" y="1665986"/>
                  </a:lnTo>
                  <a:lnTo>
                    <a:pt x="1996919" y="1555096"/>
                  </a:lnTo>
                  <a:lnTo>
                    <a:pt x="1886126" y="1555096"/>
                  </a:lnTo>
                  <a:lnTo>
                    <a:pt x="1886126" y="1444206"/>
                  </a:lnTo>
                  <a:lnTo>
                    <a:pt x="1775332" y="1444206"/>
                  </a:lnTo>
                  <a:lnTo>
                    <a:pt x="1664539" y="1444206"/>
                  </a:lnTo>
                  <a:lnTo>
                    <a:pt x="1664539" y="1555096"/>
                  </a:lnTo>
                  <a:lnTo>
                    <a:pt x="1553745" y="1555096"/>
                  </a:lnTo>
                  <a:lnTo>
                    <a:pt x="1553745" y="1665986"/>
                  </a:lnTo>
                  <a:lnTo>
                    <a:pt x="1553745" y="1776876"/>
                  </a:lnTo>
                  <a:lnTo>
                    <a:pt x="1553745" y="1887765"/>
                  </a:lnTo>
                  <a:lnTo>
                    <a:pt x="1553745" y="1998655"/>
                  </a:lnTo>
                  <a:lnTo>
                    <a:pt x="1553745" y="2109545"/>
                  </a:lnTo>
                  <a:lnTo>
                    <a:pt x="1553745" y="2220434"/>
                  </a:lnTo>
                  <a:lnTo>
                    <a:pt x="1442952" y="2220434"/>
                  </a:lnTo>
                  <a:lnTo>
                    <a:pt x="1332159" y="2220434"/>
                  </a:lnTo>
                  <a:lnTo>
                    <a:pt x="1220046" y="2220434"/>
                  </a:lnTo>
                  <a:lnTo>
                    <a:pt x="1220046" y="2109545"/>
                  </a:lnTo>
                  <a:lnTo>
                    <a:pt x="1220046" y="1998655"/>
                  </a:lnTo>
                  <a:lnTo>
                    <a:pt x="1220046" y="1887765"/>
                  </a:lnTo>
                  <a:lnTo>
                    <a:pt x="1220046" y="1776876"/>
                  </a:lnTo>
                  <a:lnTo>
                    <a:pt x="1220046" y="1665986"/>
                  </a:lnTo>
                  <a:lnTo>
                    <a:pt x="1220046" y="1555096"/>
                  </a:lnTo>
                  <a:lnTo>
                    <a:pt x="1220046" y="1444206"/>
                  </a:lnTo>
                  <a:lnTo>
                    <a:pt x="1220046" y="1333317"/>
                  </a:lnTo>
                  <a:lnTo>
                    <a:pt x="1220046" y="1221107"/>
                  </a:lnTo>
                  <a:lnTo>
                    <a:pt x="1330840" y="1221107"/>
                  </a:lnTo>
                  <a:lnTo>
                    <a:pt x="1441633" y="1221107"/>
                  </a:lnTo>
                  <a:lnTo>
                    <a:pt x="1552426" y="1221107"/>
                  </a:lnTo>
                  <a:lnTo>
                    <a:pt x="1552426" y="1331997"/>
                  </a:lnTo>
                  <a:lnTo>
                    <a:pt x="1663220" y="1331997"/>
                  </a:lnTo>
                  <a:lnTo>
                    <a:pt x="1663220" y="1221107"/>
                  </a:lnTo>
                  <a:lnTo>
                    <a:pt x="1774013" y="1221107"/>
                  </a:lnTo>
                  <a:lnTo>
                    <a:pt x="1884806" y="1221107"/>
                  </a:lnTo>
                  <a:lnTo>
                    <a:pt x="1995600" y="1221107"/>
                  </a:lnTo>
                  <a:lnTo>
                    <a:pt x="1995600" y="1331997"/>
                  </a:lnTo>
                  <a:lnTo>
                    <a:pt x="2106393" y="1331997"/>
                  </a:lnTo>
                  <a:lnTo>
                    <a:pt x="2106393" y="1442886"/>
                  </a:lnTo>
                  <a:lnTo>
                    <a:pt x="2217187" y="1442886"/>
                  </a:lnTo>
                  <a:lnTo>
                    <a:pt x="2217187" y="1553776"/>
                  </a:lnTo>
                  <a:lnTo>
                    <a:pt x="2217187" y="1664666"/>
                  </a:lnTo>
                  <a:lnTo>
                    <a:pt x="2217187" y="1775555"/>
                  </a:lnTo>
                  <a:lnTo>
                    <a:pt x="2217187" y="1886445"/>
                  </a:lnTo>
                  <a:lnTo>
                    <a:pt x="2217187" y="1997335"/>
                  </a:lnTo>
                  <a:lnTo>
                    <a:pt x="2217187" y="2108225"/>
                  </a:lnTo>
                  <a:lnTo>
                    <a:pt x="2217187" y="2220434"/>
                  </a:lnTo>
                  <a:close/>
                  <a:moveTo>
                    <a:pt x="665420" y="665998"/>
                  </a:moveTo>
                  <a:lnTo>
                    <a:pt x="776213" y="665998"/>
                  </a:lnTo>
                  <a:lnTo>
                    <a:pt x="887007" y="665998"/>
                  </a:lnTo>
                  <a:lnTo>
                    <a:pt x="997800" y="665998"/>
                  </a:lnTo>
                  <a:lnTo>
                    <a:pt x="997800" y="776888"/>
                  </a:lnTo>
                  <a:lnTo>
                    <a:pt x="997800" y="887778"/>
                  </a:lnTo>
                  <a:lnTo>
                    <a:pt x="997800" y="998667"/>
                  </a:lnTo>
                  <a:lnTo>
                    <a:pt x="887007" y="998667"/>
                  </a:lnTo>
                  <a:lnTo>
                    <a:pt x="776213" y="998667"/>
                  </a:lnTo>
                  <a:lnTo>
                    <a:pt x="665420" y="998667"/>
                  </a:lnTo>
                  <a:lnTo>
                    <a:pt x="665420" y="887778"/>
                  </a:lnTo>
                  <a:lnTo>
                    <a:pt x="665420" y="776888"/>
                  </a:lnTo>
                  <a:lnTo>
                    <a:pt x="665420" y="665998"/>
                  </a:lnTo>
                  <a:close/>
                  <a:moveTo>
                    <a:pt x="665420" y="2109215"/>
                  </a:moveTo>
                  <a:lnTo>
                    <a:pt x="665420" y="1998325"/>
                  </a:lnTo>
                  <a:lnTo>
                    <a:pt x="665420" y="1887435"/>
                  </a:lnTo>
                  <a:lnTo>
                    <a:pt x="665420" y="1776545"/>
                  </a:lnTo>
                  <a:lnTo>
                    <a:pt x="665420" y="1665656"/>
                  </a:lnTo>
                  <a:lnTo>
                    <a:pt x="665420" y="1554766"/>
                  </a:lnTo>
                  <a:lnTo>
                    <a:pt x="665420" y="1443876"/>
                  </a:lnTo>
                  <a:lnTo>
                    <a:pt x="665420" y="1332987"/>
                  </a:lnTo>
                  <a:lnTo>
                    <a:pt x="665420" y="1221107"/>
                  </a:lnTo>
                  <a:lnTo>
                    <a:pt x="776213" y="1221107"/>
                  </a:lnTo>
                  <a:lnTo>
                    <a:pt x="887007" y="1221107"/>
                  </a:lnTo>
                  <a:lnTo>
                    <a:pt x="997800" y="1221107"/>
                  </a:lnTo>
                  <a:lnTo>
                    <a:pt x="997800" y="1331997"/>
                  </a:lnTo>
                  <a:lnTo>
                    <a:pt x="997800" y="1442886"/>
                  </a:lnTo>
                  <a:lnTo>
                    <a:pt x="997800" y="1553776"/>
                  </a:lnTo>
                  <a:lnTo>
                    <a:pt x="997800" y="1664666"/>
                  </a:lnTo>
                  <a:lnTo>
                    <a:pt x="997800" y="1775555"/>
                  </a:lnTo>
                  <a:lnTo>
                    <a:pt x="997800" y="1886445"/>
                  </a:lnTo>
                  <a:lnTo>
                    <a:pt x="997800" y="1997335"/>
                  </a:lnTo>
                  <a:lnTo>
                    <a:pt x="997800" y="2108225"/>
                  </a:lnTo>
                  <a:lnTo>
                    <a:pt x="997800" y="2219114"/>
                  </a:lnTo>
                  <a:lnTo>
                    <a:pt x="887007" y="2219114"/>
                  </a:lnTo>
                  <a:lnTo>
                    <a:pt x="776213" y="2219114"/>
                  </a:lnTo>
                  <a:lnTo>
                    <a:pt x="665420" y="2219114"/>
                  </a:lnTo>
                  <a:lnTo>
                    <a:pt x="665420" y="2109215"/>
                  </a:lnTo>
                  <a:close/>
                </a:path>
              </a:pathLst>
            </a:custGeom>
            <a:solidFill>
              <a:srgbClr val="231F20"/>
            </a:solidFill>
            <a:ln w="32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aphic 34">
            <a:extLst>
              <a:ext uri="{FF2B5EF4-FFF2-40B4-BE49-F238E27FC236}">
                <a16:creationId xmlns:a16="http://schemas.microsoft.com/office/drawing/2014/main" id="{DA2B7C11-5FC4-B047-5F69-D2B8B392910C}"/>
              </a:ext>
            </a:extLst>
          </p:cNvPr>
          <p:cNvGrpSpPr/>
          <p:nvPr/>
        </p:nvGrpSpPr>
        <p:grpSpPr>
          <a:xfrm>
            <a:off x="993702" y="4678861"/>
            <a:ext cx="671487" cy="671487"/>
            <a:chOff x="-3816001" y="3357146"/>
            <a:chExt cx="849600" cy="849600"/>
          </a:xfrm>
        </p:grpSpPr>
        <p:grpSp>
          <p:nvGrpSpPr>
            <p:cNvPr id="37" name="Graphic 34">
              <a:extLst>
                <a:ext uri="{FF2B5EF4-FFF2-40B4-BE49-F238E27FC236}">
                  <a16:creationId xmlns:a16="http://schemas.microsoft.com/office/drawing/2014/main" id="{41A58DF9-1E67-C2A6-7F25-D984EFFB5FFF}"/>
                </a:ext>
              </a:extLst>
            </p:cNvPr>
            <p:cNvGrpSpPr/>
            <p:nvPr/>
          </p:nvGrpSpPr>
          <p:grpSpPr>
            <a:xfrm>
              <a:off x="-3646081" y="3527369"/>
              <a:ext cx="543299" cy="543299"/>
              <a:chOff x="-3646081" y="3527369"/>
              <a:chExt cx="543299" cy="543299"/>
            </a:xfrm>
            <a:solidFill>
              <a:srgbClr val="00FF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4EED6AFA-CDA9-C17F-4244-C2D58EE6E060}"/>
                  </a:ext>
                </a:extLst>
              </p:cNvPr>
              <p:cNvSpPr/>
              <p:nvPr/>
            </p:nvSpPr>
            <p:spPr>
              <a:xfrm>
                <a:off x="-3612036" y="3527369"/>
                <a:ext cx="509254" cy="543299"/>
              </a:xfrm>
              <a:custGeom>
                <a:avLst/>
                <a:gdLst>
                  <a:gd name="connsiteX0" fmla="*/ 475715 w 509254"/>
                  <a:gd name="connsiteY0" fmla="*/ 271549 h 543299"/>
                  <a:gd name="connsiteX1" fmla="*/ 475715 w 509254"/>
                  <a:gd name="connsiteY1" fmla="*/ 237605 h 543299"/>
                  <a:gd name="connsiteX2" fmla="*/ 441772 w 509254"/>
                  <a:gd name="connsiteY2" fmla="*/ 237605 h 543299"/>
                  <a:gd name="connsiteX3" fmla="*/ 407828 w 509254"/>
                  <a:gd name="connsiteY3" fmla="*/ 237605 h 543299"/>
                  <a:gd name="connsiteX4" fmla="*/ 374390 w 509254"/>
                  <a:gd name="connsiteY4" fmla="*/ 237605 h 543299"/>
                  <a:gd name="connsiteX5" fmla="*/ 374390 w 509254"/>
                  <a:gd name="connsiteY5" fmla="*/ 204167 h 543299"/>
                  <a:gd name="connsiteX6" fmla="*/ 374390 w 509254"/>
                  <a:gd name="connsiteY6" fmla="*/ 170223 h 543299"/>
                  <a:gd name="connsiteX7" fmla="*/ 374390 w 509254"/>
                  <a:gd name="connsiteY7" fmla="*/ 169718 h 543299"/>
                  <a:gd name="connsiteX8" fmla="*/ 407828 w 509254"/>
                  <a:gd name="connsiteY8" fmla="*/ 169718 h 543299"/>
                  <a:gd name="connsiteX9" fmla="*/ 407828 w 509254"/>
                  <a:gd name="connsiteY9" fmla="*/ 135774 h 543299"/>
                  <a:gd name="connsiteX10" fmla="*/ 407828 w 509254"/>
                  <a:gd name="connsiteY10" fmla="*/ 101831 h 543299"/>
                  <a:gd name="connsiteX11" fmla="*/ 374289 w 509254"/>
                  <a:gd name="connsiteY11" fmla="*/ 101831 h 543299"/>
                  <a:gd name="connsiteX12" fmla="*/ 373784 w 509254"/>
                  <a:gd name="connsiteY12" fmla="*/ 67887 h 543299"/>
                  <a:gd name="connsiteX13" fmla="*/ 339840 w 509254"/>
                  <a:gd name="connsiteY13" fmla="*/ 67887 h 543299"/>
                  <a:gd name="connsiteX14" fmla="*/ 339840 w 509254"/>
                  <a:gd name="connsiteY14" fmla="*/ 33944 h 543299"/>
                  <a:gd name="connsiteX15" fmla="*/ 305896 w 509254"/>
                  <a:gd name="connsiteY15" fmla="*/ 33944 h 543299"/>
                  <a:gd name="connsiteX16" fmla="*/ 305896 w 509254"/>
                  <a:gd name="connsiteY16" fmla="*/ 0 h 543299"/>
                  <a:gd name="connsiteX17" fmla="*/ 271953 w 509254"/>
                  <a:gd name="connsiteY17" fmla="*/ 0 h 543299"/>
                  <a:gd name="connsiteX18" fmla="*/ 238009 w 509254"/>
                  <a:gd name="connsiteY18" fmla="*/ 0 h 543299"/>
                  <a:gd name="connsiteX19" fmla="*/ 204066 w 509254"/>
                  <a:gd name="connsiteY19" fmla="*/ 0 h 543299"/>
                  <a:gd name="connsiteX20" fmla="*/ 169819 w 509254"/>
                  <a:gd name="connsiteY20" fmla="*/ 0 h 543299"/>
                  <a:gd name="connsiteX21" fmla="*/ 135875 w 509254"/>
                  <a:gd name="connsiteY21" fmla="*/ 0 h 543299"/>
                  <a:gd name="connsiteX22" fmla="*/ 101932 w 509254"/>
                  <a:gd name="connsiteY22" fmla="*/ 0 h 543299"/>
                  <a:gd name="connsiteX23" fmla="*/ 67988 w 509254"/>
                  <a:gd name="connsiteY23" fmla="*/ 0 h 543299"/>
                  <a:gd name="connsiteX24" fmla="*/ 34045 w 509254"/>
                  <a:gd name="connsiteY24" fmla="*/ 0 h 543299"/>
                  <a:gd name="connsiteX25" fmla="*/ 34045 w 509254"/>
                  <a:gd name="connsiteY25" fmla="*/ 33944 h 543299"/>
                  <a:gd name="connsiteX26" fmla="*/ 34550 w 509254"/>
                  <a:gd name="connsiteY26" fmla="*/ 33944 h 543299"/>
                  <a:gd name="connsiteX27" fmla="*/ 34550 w 509254"/>
                  <a:gd name="connsiteY27" fmla="*/ 67180 h 543299"/>
                  <a:gd name="connsiteX28" fmla="*/ 34550 w 509254"/>
                  <a:gd name="connsiteY28" fmla="*/ 101124 h 543299"/>
                  <a:gd name="connsiteX29" fmla="*/ 34045 w 509254"/>
                  <a:gd name="connsiteY29" fmla="*/ 101124 h 543299"/>
                  <a:gd name="connsiteX30" fmla="*/ 34449 w 509254"/>
                  <a:gd name="connsiteY30" fmla="*/ 67180 h 543299"/>
                  <a:gd name="connsiteX31" fmla="*/ 33944 w 509254"/>
                  <a:gd name="connsiteY31" fmla="*/ 67180 h 543299"/>
                  <a:gd name="connsiteX32" fmla="*/ 33944 w 509254"/>
                  <a:gd name="connsiteY32" fmla="*/ 33742 h 543299"/>
                  <a:gd name="connsiteX33" fmla="*/ 0 w 509254"/>
                  <a:gd name="connsiteY33" fmla="*/ 33742 h 543299"/>
                  <a:gd name="connsiteX34" fmla="*/ 0 w 509254"/>
                  <a:gd name="connsiteY34" fmla="*/ 67685 h 543299"/>
                  <a:gd name="connsiteX35" fmla="*/ 505 w 509254"/>
                  <a:gd name="connsiteY35" fmla="*/ 67685 h 543299"/>
                  <a:gd name="connsiteX36" fmla="*/ 505 w 509254"/>
                  <a:gd name="connsiteY36" fmla="*/ 101124 h 543299"/>
                  <a:gd name="connsiteX37" fmla="*/ 505 w 509254"/>
                  <a:gd name="connsiteY37" fmla="*/ 135067 h 543299"/>
                  <a:gd name="connsiteX38" fmla="*/ 505 w 509254"/>
                  <a:gd name="connsiteY38" fmla="*/ 169011 h 543299"/>
                  <a:gd name="connsiteX39" fmla="*/ 505 w 509254"/>
                  <a:gd name="connsiteY39" fmla="*/ 202954 h 543299"/>
                  <a:gd name="connsiteX40" fmla="*/ 505 w 509254"/>
                  <a:gd name="connsiteY40" fmla="*/ 236898 h 543299"/>
                  <a:gd name="connsiteX41" fmla="*/ 505 w 509254"/>
                  <a:gd name="connsiteY41" fmla="*/ 270842 h 543299"/>
                  <a:gd name="connsiteX42" fmla="*/ 505 w 509254"/>
                  <a:gd name="connsiteY42" fmla="*/ 304785 h 543299"/>
                  <a:gd name="connsiteX43" fmla="*/ 34449 w 509254"/>
                  <a:gd name="connsiteY43" fmla="*/ 304785 h 543299"/>
                  <a:gd name="connsiteX44" fmla="*/ 34449 w 509254"/>
                  <a:gd name="connsiteY44" fmla="*/ 338729 h 543299"/>
                  <a:gd name="connsiteX45" fmla="*/ 33944 w 509254"/>
                  <a:gd name="connsiteY45" fmla="*/ 338729 h 543299"/>
                  <a:gd name="connsiteX46" fmla="*/ 33944 w 509254"/>
                  <a:gd name="connsiteY46" fmla="*/ 305290 h 543299"/>
                  <a:gd name="connsiteX47" fmla="*/ 505 w 509254"/>
                  <a:gd name="connsiteY47" fmla="*/ 304785 h 543299"/>
                  <a:gd name="connsiteX48" fmla="*/ 505 w 509254"/>
                  <a:gd name="connsiteY48" fmla="*/ 338729 h 543299"/>
                  <a:gd name="connsiteX49" fmla="*/ 505 w 509254"/>
                  <a:gd name="connsiteY49" fmla="*/ 372672 h 543299"/>
                  <a:gd name="connsiteX50" fmla="*/ 505 w 509254"/>
                  <a:gd name="connsiteY50" fmla="*/ 406616 h 543299"/>
                  <a:gd name="connsiteX51" fmla="*/ 505 w 509254"/>
                  <a:gd name="connsiteY51" fmla="*/ 440964 h 543299"/>
                  <a:gd name="connsiteX52" fmla="*/ 33944 w 509254"/>
                  <a:gd name="connsiteY52" fmla="*/ 440964 h 543299"/>
                  <a:gd name="connsiteX53" fmla="*/ 33944 w 509254"/>
                  <a:gd name="connsiteY53" fmla="*/ 441469 h 543299"/>
                  <a:gd name="connsiteX54" fmla="*/ 0 w 509254"/>
                  <a:gd name="connsiteY54" fmla="*/ 441469 h 543299"/>
                  <a:gd name="connsiteX55" fmla="*/ 0 w 509254"/>
                  <a:gd name="connsiteY55" fmla="*/ 475412 h 543299"/>
                  <a:gd name="connsiteX56" fmla="*/ 33944 w 509254"/>
                  <a:gd name="connsiteY56" fmla="*/ 475412 h 543299"/>
                  <a:gd name="connsiteX57" fmla="*/ 33944 w 509254"/>
                  <a:gd name="connsiteY57" fmla="*/ 509356 h 543299"/>
                  <a:gd name="connsiteX58" fmla="*/ 67887 w 509254"/>
                  <a:gd name="connsiteY58" fmla="*/ 509356 h 543299"/>
                  <a:gd name="connsiteX59" fmla="*/ 67887 w 509254"/>
                  <a:gd name="connsiteY59" fmla="*/ 543300 h 543299"/>
                  <a:gd name="connsiteX60" fmla="*/ 101831 w 509254"/>
                  <a:gd name="connsiteY60" fmla="*/ 543300 h 543299"/>
                  <a:gd name="connsiteX61" fmla="*/ 135774 w 509254"/>
                  <a:gd name="connsiteY61" fmla="*/ 543300 h 543299"/>
                  <a:gd name="connsiteX62" fmla="*/ 169819 w 509254"/>
                  <a:gd name="connsiteY62" fmla="*/ 543300 h 543299"/>
                  <a:gd name="connsiteX63" fmla="*/ 203763 w 509254"/>
                  <a:gd name="connsiteY63" fmla="*/ 543300 h 543299"/>
                  <a:gd name="connsiteX64" fmla="*/ 237706 w 509254"/>
                  <a:gd name="connsiteY64" fmla="*/ 543300 h 543299"/>
                  <a:gd name="connsiteX65" fmla="*/ 271650 w 509254"/>
                  <a:gd name="connsiteY65" fmla="*/ 543300 h 543299"/>
                  <a:gd name="connsiteX66" fmla="*/ 305593 w 509254"/>
                  <a:gd name="connsiteY66" fmla="*/ 543300 h 543299"/>
                  <a:gd name="connsiteX67" fmla="*/ 339537 w 509254"/>
                  <a:gd name="connsiteY67" fmla="*/ 543300 h 543299"/>
                  <a:gd name="connsiteX68" fmla="*/ 373481 w 509254"/>
                  <a:gd name="connsiteY68" fmla="*/ 543300 h 543299"/>
                  <a:gd name="connsiteX69" fmla="*/ 373481 w 509254"/>
                  <a:gd name="connsiteY69" fmla="*/ 509356 h 543299"/>
                  <a:gd name="connsiteX70" fmla="*/ 407424 w 509254"/>
                  <a:gd name="connsiteY70" fmla="*/ 509356 h 543299"/>
                  <a:gd name="connsiteX71" fmla="*/ 441368 w 509254"/>
                  <a:gd name="connsiteY71" fmla="*/ 509356 h 543299"/>
                  <a:gd name="connsiteX72" fmla="*/ 441368 w 509254"/>
                  <a:gd name="connsiteY72" fmla="*/ 475412 h 543299"/>
                  <a:gd name="connsiteX73" fmla="*/ 475311 w 509254"/>
                  <a:gd name="connsiteY73" fmla="*/ 475412 h 543299"/>
                  <a:gd name="connsiteX74" fmla="*/ 475311 w 509254"/>
                  <a:gd name="connsiteY74" fmla="*/ 441469 h 543299"/>
                  <a:gd name="connsiteX75" fmla="*/ 509255 w 509254"/>
                  <a:gd name="connsiteY75" fmla="*/ 441469 h 543299"/>
                  <a:gd name="connsiteX76" fmla="*/ 509255 w 509254"/>
                  <a:gd name="connsiteY76" fmla="*/ 407525 h 543299"/>
                  <a:gd name="connsiteX77" fmla="*/ 509255 w 509254"/>
                  <a:gd name="connsiteY77" fmla="*/ 373582 h 543299"/>
                  <a:gd name="connsiteX78" fmla="*/ 509255 w 509254"/>
                  <a:gd name="connsiteY78" fmla="*/ 339638 h 543299"/>
                  <a:gd name="connsiteX79" fmla="*/ 509255 w 509254"/>
                  <a:gd name="connsiteY79" fmla="*/ 305694 h 543299"/>
                  <a:gd name="connsiteX80" fmla="*/ 509255 w 509254"/>
                  <a:gd name="connsiteY80" fmla="*/ 271751 h 543299"/>
                  <a:gd name="connsiteX81" fmla="*/ 475715 w 509254"/>
                  <a:gd name="connsiteY81" fmla="*/ 271751 h 543299"/>
                  <a:gd name="connsiteX82" fmla="*/ 135875 w 509254"/>
                  <a:gd name="connsiteY82" fmla="*/ 135572 h 543299"/>
                  <a:gd name="connsiteX83" fmla="*/ 169819 w 509254"/>
                  <a:gd name="connsiteY83" fmla="*/ 135572 h 543299"/>
                  <a:gd name="connsiteX84" fmla="*/ 203763 w 509254"/>
                  <a:gd name="connsiteY84" fmla="*/ 135572 h 543299"/>
                  <a:gd name="connsiteX85" fmla="*/ 237706 w 509254"/>
                  <a:gd name="connsiteY85" fmla="*/ 135572 h 543299"/>
                  <a:gd name="connsiteX86" fmla="*/ 271650 w 509254"/>
                  <a:gd name="connsiteY86" fmla="*/ 135572 h 543299"/>
                  <a:gd name="connsiteX87" fmla="*/ 271650 w 509254"/>
                  <a:gd name="connsiteY87" fmla="*/ 169516 h 543299"/>
                  <a:gd name="connsiteX88" fmla="*/ 271650 w 509254"/>
                  <a:gd name="connsiteY88" fmla="*/ 203561 h 543299"/>
                  <a:gd name="connsiteX89" fmla="*/ 237706 w 509254"/>
                  <a:gd name="connsiteY89" fmla="*/ 203561 h 543299"/>
                  <a:gd name="connsiteX90" fmla="*/ 203763 w 509254"/>
                  <a:gd name="connsiteY90" fmla="*/ 203561 h 543299"/>
                  <a:gd name="connsiteX91" fmla="*/ 169819 w 509254"/>
                  <a:gd name="connsiteY91" fmla="*/ 203561 h 543299"/>
                  <a:gd name="connsiteX92" fmla="*/ 135875 w 509254"/>
                  <a:gd name="connsiteY92" fmla="*/ 203561 h 543299"/>
                  <a:gd name="connsiteX93" fmla="*/ 101932 w 509254"/>
                  <a:gd name="connsiteY93" fmla="*/ 203561 h 543299"/>
                  <a:gd name="connsiteX94" fmla="*/ 101932 w 509254"/>
                  <a:gd name="connsiteY94" fmla="*/ 169617 h 543299"/>
                  <a:gd name="connsiteX95" fmla="*/ 101932 w 509254"/>
                  <a:gd name="connsiteY95" fmla="*/ 135673 h 543299"/>
                  <a:gd name="connsiteX96" fmla="*/ 135875 w 509254"/>
                  <a:gd name="connsiteY96" fmla="*/ 135673 h 543299"/>
                  <a:gd name="connsiteX97" fmla="*/ 101831 w 509254"/>
                  <a:gd name="connsiteY97" fmla="*/ 373481 h 543299"/>
                  <a:gd name="connsiteX98" fmla="*/ 101831 w 509254"/>
                  <a:gd name="connsiteY98" fmla="*/ 339537 h 543299"/>
                  <a:gd name="connsiteX99" fmla="*/ 135774 w 509254"/>
                  <a:gd name="connsiteY99" fmla="*/ 339537 h 543299"/>
                  <a:gd name="connsiteX100" fmla="*/ 169819 w 509254"/>
                  <a:gd name="connsiteY100" fmla="*/ 339537 h 543299"/>
                  <a:gd name="connsiteX101" fmla="*/ 203763 w 509254"/>
                  <a:gd name="connsiteY101" fmla="*/ 339537 h 543299"/>
                  <a:gd name="connsiteX102" fmla="*/ 237706 w 509254"/>
                  <a:gd name="connsiteY102" fmla="*/ 339537 h 543299"/>
                  <a:gd name="connsiteX103" fmla="*/ 271650 w 509254"/>
                  <a:gd name="connsiteY103" fmla="*/ 339537 h 543299"/>
                  <a:gd name="connsiteX104" fmla="*/ 305593 w 509254"/>
                  <a:gd name="connsiteY104" fmla="*/ 339537 h 543299"/>
                  <a:gd name="connsiteX105" fmla="*/ 339537 w 509254"/>
                  <a:gd name="connsiteY105" fmla="*/ 339537 h 543299"/>
                  <a:gd name="connsiteX106" fmla="*/ 373481 w 509254"/>
                  <a:gd name="connsiteY106" fmla="*/ 339537 h 543299"/>
                  <a:gd name="connsiteX107" fmla="*/ 373481 w 509254"/>
                  <a:gd name="connsiteY107" fmla="*/ 373481 h 543299"/>
                  <a:gd name="connsiteX108" fmla="*/ 373481 w 509254"/>
                  <a:gd name="connsiteY108" fmla="*/ 407424 h 543299"/>
                  <a:gd name="connsiteX109" fmla="*/ 339537 w 509254"/>
                  <a:gd name="connsiteY109" fmla="*/ 407424 h 543299"/>
                  <a:gd name="connsiteX110" fmla="*/ 305593 w 509254"/>
                  <a:gd name="connsiteY110" fmla="*/ 407424 h 543299"/>
                  <a:gd name="connsiteX111" fmla="*/ 271650 w 509254"/>
                  <a:gd name="connsiteY111" fmla="*/ 407424 h 543299"/>
                  <a:gd name="connsiteX112" fmla="*/ 237706 w 509254"/>
                  <a:gd name="connsiteY112" fmla="*/ 407424 h 543299"/>
                  <a:gd name="connsiteX113" fmla="*/ 203763 w 509254"/>
                  <a:gd name="connsiteY113" fmla="*/ 407424 h 543299"/>
                  <a:gd name="connsiteX114" fmla="*/ 169819 w 509254"/>
                  <a:gd name="connsiteY114" fmla="*/ 407424 h 543299"/>
                  <a:gd name="connsiteX115" fmla="*/ 135875 w 509254"/>
                  <a:gd name="connsiteY115" fmla="*/ 407424 h 543299"/>
                  <a:gd name="connsiteX116" fmla="*/ 101932 w 509254"/>
                  <a:gd name="connsiteY116" fmla="*/ 407424 h 543299"/>
                  <a:gd name="connsiteX117" fmla="*/ 101932 w 509254"/>
                  <a:gd name="connsiteY117" fmla="*/ 373481 h 543299"/>
                  <a:gd name="connsiteX118" fmla="*/ 373683 w 509254"/>
                  <a:gd name="connsiteY118" fmla="*/ 102134 h 543299"/>
                  <a:gd name="connsiteX119" fmla="*/ 373683 w 509254"/>
                  <a:gd name="connsiteY119" fmla="*/ 102134 h 543299"/>
                  <a:gd name="connsiteX120" fmla="*/ 340244 w 509254"/>
                  <a:gd name="connsiteY120" fmla="*/ 102134 h 543299"/>
                  <a:gd name="connsiteX121" fmla="*/ 340244 w 509254"/>
                  <a:gd name="connsiteY121" fmla="*/ 136077 h 543299"/>
                  <a:gd name="connsiteX122" fmla="*/ 340244 w 509254"/>
                  <a:gd name="connsiteY122" fmla="*/ 170021 h 543299"/>
                  <a:gd name="connsiteX123" fmla="*/ 340244 w 509254"/>
                  <a:gd name="connsiteY123" fmla="*/ 203965 h 543299"/>
                  <a:gd name="connsiteX124" fmla="*/ 340244 w 509254"/>
                  <a:gd name="connsiteY124" fmla="*/ 237403 h 543299"/>
                  <a:gd name="connsiteX125" fmla="*/ 339739 w 509254"/>
                  <a:gd name="connsiteY125" fmla="*/ 237403 h 543299"/>
                  <a:gd name="connsiteX126" fmla="*/ 339739 w 509254"/>
                  <a:gd name="connsiteY126" fmla="*/ 203561 h 543299"/>
                  <a:gd name="connsiteX127" fmla="*/ 339739 w 509254"/>
                  <a:gd name="connsiteY127" fmla="*/ 169617 h 543299"/>
                  <a:gd name="connsiteX128" fmla="*/ 339739 w 509254"/>
                  <a:gd name="connsiteY128" fmla="*/ 135673 h 543299"/>
                  <a:gd name="connsiteX129" fmla="*/ 339739 w 509254"/>
                  <a:gd name="connsiteY129" fmla="*/ 101730 h 543299"/>
                  <a:gd name="connsiteX130" fmla="*/ 373683 w 509254"/>
                  <a:gd name="connsiteY130" fmla="*/ 102134 h 543299"/>
                  <a:gd name="connsiteX131" fmla="*/ 67887 w 509254"/>
                  <a:gd name="connsiteY131" fmla="*/ 407020 h 543299"/>
                  <a:gd name="connsiteX132" fmla="*/ 67887 w 509254"/>
                  <a:gd name="connsiteY132" fmla="*/ 407525 h 543299"/>
                  <a:gd name="connsiteX133" fmla="*/ 34449 w 509254"/>
                  <a:gd name="connsiteY133" fmla="*/ 407525 h 543299"/>
                  <a:gd name="connsiteX134" fmla="*/ 34449 w 509254"/>
                  <a:gd name="connsiteY134" fmla="*/ 407020 h 543299"/>
                  <a:gd name="connsiteX135" fmla="*/ 67887 w 509254"/>
                  <a:gd name="connsiteY135" fmla="*/ 407020 h 54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509254" h="543299">
                    <a:moveTo>
                      <a:pt x="475715" y="271549"/>
                    </a:moveTo>
                    <a:lnTo>
                      <a:pt x="475715" y="237605"/>
                    </a:lnTo>
                    <a:lnTo>
                      <a:pt x="441772" y="237605"/>
                    </a:lnTo>
                    <a:lnTo>
                      <a:pt x="407828" y="237605"/>
                    </a:lnTo>
                    <a:lnTo>
                      <a:pt x="374390" y="237605"/>
                    </a:lnTo>
                    <a:lnTo>
                      <a:pt x="374390" y="204167"/>
                    </a:lnTo>
                    <a:lnTo>
                      <a:pt x="374390" y="170223"/>
                    </a:lnTo>
                    <a:lnTo>
                      <a:pt x="374390" y="169718"/>
                    </a:lnTo>
                    <a:lnTo>
                      <a:pt x="407828" y="169718"/>
                    </a:lnTo>
                    <a:lnTo>
                      <a:pt x="407828" y="135774"/>
                    </a:lnTo>
                    <a:lnTo>
                      <a:pt x="407828" y="101831"/>
                    </a:lnTo>
                    <a:lnTo>
                      <a:pt x="374289" y="101831"/>
                    </a:lnTo>
                    <a:lnTo>
                      <a:pt x="373784" y="67887"/>
                    </a:lnTo>
                    <a:lnTo>
                      <a:pt x="339840" y="67887"/>
                    </a:lnTo>
                    <a:lnTo>
                      <a:pt x="339840" y="33944"/>
                    </a:lnTo>
                    <a:lnTo>
                      <a:pt x="305896" y="33944"/>
                    </a:lnTo>
                    <a:lnTo>
                      <a:pt x="305896" y="0"/>
                    </a:lnTo>
                    <a:lnTo>
                      <a:pt x="271953" y="0"/>
                    </a:lnTo>
                    <a:lnTo>
                      <a:pt x="238009" y="0"/>
                    </a:lnTo>
                    <a:lnTo>
                      <a:pt x="204066" y="0"/>
                    </a:lnTo>
                    <a:lnTo>
                      <a:pt x="169819" y="0"/>
                    </a:lnTo>
                    <a:lnTo>
                      <a:pt x="135875" y="0"/>
                    </a:lnTo>
                    <a:lnTo>
                      <a:pt x="101932" y="0"/>
                    </a:lnTo>
                    <a:lnTo>
                      <a:pt x="67988" y="0"/>
                    </a:lnTo>
                    <a:lnTo>
                      <a:pt x="34045" y="0"/>
                    </a:lnTo>
                    <a:lnTo>
                      <a:pt x="34045" y="33944"/>
                    </a:lnTo>
                    <a:lnTo>
                      <a:pt x="34550" y="33944"/>
                    </a:lnTo>
                    <a:lnTo>
                      <a:pt x="34550" y="67180"/>
                    </a:lnTo>
                    <a:lnTo>
                      <a:pt x="34550" y="101124"/>
                    </a:lnTo>
                    <a:lnTo>
                      <a:pt x="34045" y="101124"/>
                    </a:lnTo>
                    <a:lnTo>
                      <a:pt x="34449" y="67180"/>
                    </a:lnTo>
                    <a:lnTo>
                      <a:pt x="33944" y="67180"/>
                    </a:lnTo>
                    <a:lnTo>
                      <a:pt x="33944" y="33742"/>
                    </a:lnTo>
                    <a:lnTo>
                      <a:pt x="0" y="33742"/>
                    </a:lnTo>
                    <a:lnTo>
                      <a:pt x="0" y="67685"/>
                    </a:lnTo>
                    <a:lnTo>
                      <a:pt x="505" y="67685"/>
                    </a:lnTo>
                    <a:lnTo>
                      <a:pt x="505" y="101124"/>
                    </a:lnTo>
                    <a:lnTo>
                      <a:pt x="505" y="135067"/>
                    </a:lnTo>
                    <a:lnTo>
                      <a:pt x="505" y="169011"/>
                    </a:lnTo>
                    <a:lnTo>
                      <a:pt x="505" y="202954"/>
                    </a:lnTo>
                    <a:lnTo>
                      <a:pt x="505" y="236898"/>
                    </a:lnTo>
                    <a:lnTo>
                      <a:pt x="505" y="270842"/>
                    </a:lnTo>
                    <a:lnTo>
                      <a:pt x="505" y="304785"/>
                    </a:lnTo>
                    <a:lnTo>
                      <a:pt x="34449" y="304785"/>
                    </a:lnTo>
                    <a:lnTo>
                      <a:pt x="34449" y="338729"/>
                    </a:lnTo>
                    <a:lnTo>
                      <a:pt x="33944" y="338729"/>
                    </a:lnTo>
                    <a:lnTo>
                      <a:pt x="33944" y="305290"/>
                    </a:lnTo>
                    <a:lnTo>
                      <a:pt x="505" y="304785"/>
                    </a:lnTo>
                    <a:lnTo>
                      <a:pt x="505" y="338729"/>
                    </a:lnTo>
                    <a:lnTo>
                      <a:pt x="505" y="372672"/>
                    </a:lnTo>
                    <a:lnTo>
                      <a:pt x="505" y="406616"/>
                    </a:lnTo>
                    <a:lnTo>
                      <a:pt x="505" y="440964"/>
                    </a:lnTo>
                    <a:lnTo>
                      <a:pt x="33944" y="440964"/>
                    </a:lnTo>
                    <a:lnTo>
                      <a:pt x="33944" y="441469"/>
                    </a:lnTo>
                    <a:lnTo>
                      <a:pt x="0" y="441469"/>
                    </a:lnTo>
                    <a:lnTo>
                      <a:pt x="0" y="475412"/>
                    </a:lnTo>
                    <a:lnTo>
                      <a:pt x="33944" y="475412"/>
                    </a:lnTo>
                    <a:lnTo>
                      <a:pt x="33944" y="509356"/>
                    </a:lnTo>
                    <a:lnTo>
                      <a:pt x="67887" y="509356"/>
                    </a:lnTo>
                    <a:lnTo>
                      <a:pt x="67887" y="543300"/>
                    </a:lnTo>
                    <a:lnTo>
                      <a:pt x="101831" y="543300"/>
                    </a:lnTo>
                    <a:lnTo>
                      <a:pt x="135774" y="543300"/>
                    </a:lnTo>
                    <a:lnTo>
                      <a:pt x="169819" y="543300"/>
                    </a:lnTo>
                    <a:lnTo>
                      <a:pt x="203763" y="543300"/>
                    </a:lnTo>
                    <a:lnTo>
                      <a:pt x="237706" y="543300"/>
                    </a:lnTo>
                    <a:lnTo>
                      <a:pt x="271650" y="543300"/>
                    </a:lnTo>
                    <a:lnTo>
                      <a:pt x="305593" y="543300"/>
                    </a:lnTo>
                    <a:lnTo>
                      <a:pt x="339537" y="543300"/>
                    </a:lnTo>
                    <a:lnTo>
                      <a:pt x="373481" y="543300"/>
                    </a:lnTo>
                    <a:lnTo>
                      <a:pt x="373481" y="509356"/>
                    </a:lnTo>
                    <a:lnTo>
                      <a:pt x="407424" y="509356"/>
                    </a:lnTo>
                    <a:lnTo>
                      <a:pt x="441368" y="509356"/>
                    </a:lnTo>
                    <a:lnTo>
                      <a:pt x="441368" y="475412"/>
                    </a:lnTo>
                    <a:lnTo>
                      <a:pt x="475311" y="475412"/>
                    </a:lnTo>
                    <a:lnTo>
                      <a:pt x="475311" y="441469"/>
                    </a:lnTo>
                    <a:lnTo>
                      <a:pt x="509255" y="441469"/>
                    </a:lnTo>
                    <a:lnTo>
                      <a:pt x="509255" y="407525"/>
                    </a:lnTo>
                    <a:lnTo>
                      <a:pt x="509255" y="373582"/>
                    </a:lnTo>
                    <a:lnTo>
                      <a:pt x="509255" y="339638"/>
                    </a:lnTo>
                    <a:lnTo>
                      <a:pt x="509255" y="305694"/>
                    </a:lnTo>
                    <a:lnTo>
                      <a:pt x="509255" y="271751"/>
                    </a:lnTo>
                    <a:lnTo>
                      <a:pt x="475715" y="271751"/>
                    </a:lnTo>
                    <a:close/>
                    <a:moveTo>
                      <a:pt x="135875" y="135572"/>
                    </a:moveTo>
                    <a:lnTo>
                      <a:pt x="169819" y="135572"/>
                    </a:lnTo>
                    <a:lnTo>
                      <a:pt x="203763" y="135572"/>
                    </a:lnTo>
                    <a:lnTo>
                      <a:pt x="237706" y="135572"/>
                    </a:lnTo>
                    <a:lnTo>
                      <a:pt x="271650" y="135572"/>
                    </a:lnTo>
                    <a:lnTo>
                      <a:pt x="271650" y="169516"/>
                    </a:lnTo>
                    <a:lnTo>
                      <a:pt x="271650" y="203561"/>
                    </a:lnTo>
                    <a:lnTo>
                      <a:pt x="237706" y="203561"/>
                    </a:lnTo>
                    <a:lnTo>
                      <a:pt x="203763" y="203561"/>
                    </a:lnTo>
                    <a:lnTo>
                      <a:pt x="169819" y="203561"/>
                    </a:lnTo>
                    <a:lnTo>
                      <a:pt x="135875" y="203561"/>
                    </a:lnTo>
                    <a:lnTo>
                      <a:pt x="101932" y="203561"/>
                    </a:lnTo>
                    <a:lnTo>
                      <a:pt x="101932" y="169617"/>
                    </a:lnTo>
                    <a:lnTo>
                      <a:pt x="101932" y="135673"/>
                    </a:lnTo>
                    <a:lnTo>
                      <a:pt x="135875" y="135673"/>
                    </a:lnTo>
                    <a:close/>
                    <a:moveTo>
                      <a:pt x="101831" y="373481"/>
                    </a:moveTo>
                    <a:lnTo>
                      <a:pt x="101831" y="339537"/>
                    </a:lnTo>
                    <a:lnTo>
                      <a:pt x="135774" y="339537"/>
                    </a:lnTo>
                    <a:lnTo>
                      <a:pt x="169819" y="339537"/>
                    </a:lnTo>
                    <a:lnTo>
                      <a:pt x="203763" y="339537"/>
                    </a:lnTo>
                    <a:lnTo>
                      <a:pt x="237706" y="339537"/>
                    </a:lnTo>
                    <a:lnTo>
                      <a:pt x="271650" y="339537"/>
                    </a:lnTo>
                    <a:lnTo>
                      <a:pt x="305593" y="339537"/>
                    </a:lnTo>
                    <a:lnTo>
                      <a:pt x="339537" y="339537"/>
                    </a:lnTo>
                    <a:lnTo>
                      <a:pt x="373481" y="339537"/>
                    </a:lnTo>
                    <a:lnTo>
                      <a:pt x="373481" y="373481"/>
                    </a:lnTo>
                    <a:lnTo>
                      <a:pt x="373481" y="407424"/>
                    </a:lnTo>
                    <a:lnTo>
                      <a:pt x="339537" y="407424"/>
                    </a:lnTo>
                    <a:lnTo>
                      <a:pt x="305593" y="407424"/>
                    </a:lnTo>
                    <a:lnTo>
                      <a:pt x="271650" y="407424"/>
                    </a:lnTo>
                    <a:lnTo>
                      <a:pt x="237706" y="407424"/>
                    </a:lnTo>
                    <a:lnTo>
                      <a:pt x="203763" y="407424"/>
                    </a:lnTo>
                    <a:lnTo>
                      <a:pt x="169819" y="407424"/>
                    </a:lnTo>
                    <a:lnTo>
                      <a:pt x="135875" y="407424"/>
                    </a:lnTo>
                    <a:lnTo>
                      <a:pt x="101932" y="407424"/>
                    </a:lnTo>
                    <a:lnTo>
                      <a:pt x="101932" y="373481"/>
                    </a:lnTo>
                    <a:close/>
                    <a:moveTo>
                      <a:pt x="373683" y="102134"/>
                    </a:moveTo>
                    <a:lnTo>
                      <a:pt x="373683" y="102134"/>
                    </a:lnTo>
                    <a:lnTo>
                      <a:pt x="340244" y="102134"/>
                    </a:lnTo>
                    <a:lnTo>
                      <a:pt x="340244" y="136077"/>
                    </a:lnTo>
                    <a:lnTo>
                      <a:pt x="340244" y="170021"/>
                    </a:lnTo>
                    <a:lnTo>
                      <a:pt x="340244" y="203965"/>
                    </a:lnTo>
                    <a:lnTo>
                      <a:pt x="340244" y="237403"/>
                    </a:lnTo>
                    <a:lnTo>
                      <a:pt x="339739" y="237403"/>
                    </a:lnTo>
                    <a:lnTo>
                      <a:pt x="339739" y="203561"/>
                    </a:lnTo>
                    <a:lnTo>
                      <a:pt x="339739" y="169617"/>
                    </a:lnTo>
                    <a:lnTo>
                      <a:pt x="339739" y="135673"/>
                    </a:lnTo>
                    <a:lnTo>
                      <a:pt x="339739" y="101730"/>
                    </a:lnTo>
                    <a:lnTo>
                      <a:pt x="373683" y="102134"/>
                    </a:lnTo>
                    <a:close/>
                    <a:moveTo>
                      <a:pt x="67887" y="407020"/>
                    </a:moveTo>
                    <a:lnTo>
                      <a:pt x="67887" y="407525"/>
                    </a:lnTo>
                    <a:lnTo>
                      <a:pt x="34449" y="407525"/>
                    </a:lnTo>
                    <a:lnTo>
                      <a:pt x="34449" y="407020"/>
                    </a:lnTo>
                    <a:lnTo>
                      <a:pt x="67887" y="407020"/>
                    </a:lnTo>
                    <a:close/>
                  </a:path>
                </a:pathLst>
              </a:custGeom>
              <a:solidFill>
                <a:schemeClr val="bg1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A9C0A4E3-5C09-555A-C485-4048E5A8FD0A}"/>
                  </a:ext>
                </a:extLst>
              </p:cNvPr>
              <p:cNvSpPr/>
              <p:nvPr/>
            </p:nvSpPr>
            <p:spPr>
              <a:xfrm>
                <a:off x="-3646081" y="3595054"/>
                <a:ext cx="33943" cy="373783"/>
              </a:xfrm>
              <a:custGeom>
                <a:avLst/>
                <a:gdLst>
                  <a:gd name="connsiteX0" fmla="*/ 33944 w 33943"/>
                  <a:gd name="connsiteY0" fmla="*/ 339739 h 373783"/>
                  <a:gd name="connsiteX1" fmla="*/ 33944 w 33943"/>
                  <a:gd name="connsiteY1" fmla="*/ 305795 h 373783"/>
                  <a:gd name="connsiteX2" fmla="*/ 33944 w 33943"/>
                  <a:gd name="connsiteY2" fmla="*/ 271852 h 373783"/>
                  <a:gd name="connsiteX3" fmla="*/ 33944 w 33943"/>
                  <a:gd name="connsiteY3" fmla="*/ 237807 h 373783"/>
                  <a:gd name="connsiteX4" fmla="*/ 33944 w 33943"/>
                  <a:gd name="connsiteY4" fmla="*/ 203864 h 373783"/>
                  <a:gd name="connsiteX5" fmla="*/ 33944 w 33943"/>
                  <a:gd name="connsiteY5" fmla="*/ 169920 h 373783"/>
                  <a:gd name="connsiteX6" fmla="*/ 33944 w 33943"/>
                  <a:gd name="connsiteY6" fmla="*/ 135875 h 373783"/>
                  <a:gd name="connsiteX7" fmla="*/ 33944 w 33943"/>
                  <a:gd name="connsiteY7" fmla="*/ 101932 h 373783"/>
                  <a:gd name="connsiteX8" fmla="*/ 33944 w 33943"/>
                  <a:gd name="connsiteY8" fmla="*/ 67887 h 373783"/>
                  <a:gd name="connsiteX9" fmla="*/ 33944 w 33943"/>
                  <a:gd name="connsiteY9" fmla="*/ 33944 h 373783"/>
                  <a:gd name="connsiteX10" fmla="*/ 33944 w 33943"/>
                  <a:gd name="connsiteY10" fmla="*/ 0 h 373783"/>
                  <a:gd name="connsiteX11" fmla="*/ 0 w 33943"/>
                  <a:gd name="connsiteY11" fmla="*/ 0 h 373783"/>
                  <a:gd name="connsiteX12" fmla="*/ 0 w 33943"/>
                  <a:gd name="connsiteY12" fmla="*/ 33944 h 373783"/>
                  <a:gd name="connsiteX13" fmla="*/ 0 w 33943"/>
                  <a:gd name="connsiteY13" fmla="*/ 67887 h 373783"/>
                  <a:gd name="connsiteX14" fmla="*/ 0 w 33943"/>
                  <a:gd name="connsiteY14" fmla="*/ 101932 h 373783"/>
                  <a:gd name="connsiteX15" fmla="*/ 0 w 33943"/>
                  <a:gd name="connsiteY15" fmla="*/ 135875 h 373783"/>
                  <a:gd name="connsiteX16" fmla="*/ 0 w 33943"/>
                  <a:gd name="connsiteY16" fmla="*/ 169920 h 373783"/>
                  <a:gd name="connsiteX17" fmla="*/ 0 w 33943"/>
                  <a:gd name="connsiteY17" fmla="*/ 203864 h 373783"/>
                  <a:gd name="connsiteX18" fmla="*/ 0 w 33943"/>
                  <a:gd name="connsiteY18" fmla="*/ 237807 h 373783"/>
                  <a:gd name="connsiteX19" fmla="*/ 0 w 33943"/>
                  <a:gd name="connsiteY19" fmla="*/ 271852 h 373783"/>
                  <a:gd name="connsiteX20" fmla="*/ 0 w 33943"/>
                  <a:gd name="connsiteY20" fmla="*/ 305795 h 373783"/>
                  <a:gd name="connsiteX21" fmla="*/ 0 w 33943"/>
                  <a:gd name="connsiteY21" fmla="*/ 339739 h 373783"/>
                  <a:gd name="connsiteX22" fmla="*/ 0 w 33943"/>
                  <a:gd name="connsiteY22" fmla="*/ 339739 h 373783"/>
                  <a:gd name="connsiteX23" fmla="*/ 0 w 33943"/>
                  <a:gd name="connsiteY23" fmla="*/ 373784 h 373783"/>
                  <a:gd name="connsiteX24" fmla="*/ 33944 w 33943"/>
                  <a:gd name="connsiteY24" fmla="*/ 373784 h 373783"/>
                  <a:gd name="connsiteX25" fmla="*/ 33944 w 33943"/>
                  <a:gd name="connsiteY25" fmla="*/ 339739 h 37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3943" h="373783">
                    <a:moveTo>
                      <a:pt x="33944" y="339739"/>
                    </a:moveTo>
                    <a:lnTo>
                      <a:pt x="33944" y="305795"/>
                    </a:lnTo>
                    <a:lnTo>
                      <a:pt x="33944" y="271852"/>
                    </a:lnTo>
                    <a:lnTo>
                      <a:pt x="33944" y="237807"/>
                    </a:lnTo>
                    <a:lnTo>
                      <a:pt x="33944" y="203864"/>
                    </a:lnTo>
                    <a:lnTo>
                      <a:pt x="33944" y="169920"/>
                    </a:lnTo>
                    <a:lnTo>
                      <a:pt x="33944" y="135875"/>
                    </a:lnTo>
                    <a:lnTo>
                      <a:pt x="33944" y="101932"/>
                    </a:lnTo>
                    <a:lnTo>
                      <a:pt x="33944" y="67887"/>
                    </a:lnTo>
                    <a:lnTo>
                      <a:pt x="33944" y="33944"/>
                    </a:lnTo>
                    <a:lnTo>
                      <a:pt x="33944" y="0"/>
                    </a:lnTo>
                    <a:lnTo>
                      <a:pt x="0" y="0"/>
                    </a:lnTo>
                    <a:lnTo>
                      <a:pt x="0" y="33944"/>
                    </a:lnTo>
                    <a:lnTo>
                      <a:pt x="0" y="67887"/>
                    </a:lnTo>
                    <a:lnTo>
                      <a:pt x="0" y="101932"/>
                    </a:lnTo>
                    <a:lnTo>
                      <a:pt x="0" y="135875"/>
                    </a:lnTo>
                    <a:lnTo>
                      <a:pt x="0" y="169920"/>
                    </a:lnTo>
                    <a:lnTo>
                      <a:pt x="0" y="203864"/>
                    </a:lnTo>
                    <a:lnTo>
                      <a:pt x="0" y="237807"/>
                    </a:lnTo>
                    <a:lnTo>
                      <a:pt x="0" y="271852"/>
                    </a:lnTo>
                    <a:lnTo>
                      <a:pt x="0" y="305795"/>
                    </a:lnTo>
                    <a:lnTo>
                      <a:pt x="0" y="339739"/>
                    </a:lnTo>
                    <a:lnTo>
                      <a:pt x="0" y="339739"/>
                    </a:lnTo>
                    <a:lnTo>
                      <a:pt x="0" y="373784"/>
                    </a:lnTo>
                    <a:lnTo>
                      <a:pt x="33944" y="373784"/>
                    </a:lnTo>
                    <a:lnTo>
                      <a:pt x="33944" y="339739"/>
                    </a:lnTo>
                    <a:close/>
                  </a:path>
                </a:pathLst>
              </a:custGeom>
              <a:solidFill>
                <a:schemeClr val="bg1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" name="Graphic 34">
              <a:extLst>
                <a:ext uri="{FF2B5EF4-FFF2-40B4-BE49-F238E27FC236}">
                  <a16:creationId xmlns:a16="http://schemas.microsoft.com/office/drawing/2014/main" id="{D0537A92-E2A3-87E8-0E46-CAD403EEBB82}"/>
                </a:ext>
              </a:extLst>
            </p:cNvPr>
            <p:cNvGrpSpPr/>
            <p:nvPr/>
          </p:nvGrpSpPr>
          <p:grpSpPr>
            <a:xfrm>
              <a:off x="-3816001" y="3357146"/>
              <a:ext cx="849600" cy="849600"/>
              <a:chOff x="-3816001" y="3357146"/>
              <a:chExt cx="849600" cy="849600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1289B99-E8EB-096B-358E-A13E54BE20C7}"/>
                  </a:ext>
                </a:extLst>
              </p:cNvPr>
              <p:cNvSpPr/>
              <p:nvPr/>
            </p:nvSpPr>
            <p:spPr>
              <a:xfrm>
                <a:off x="-3816001" y="3357146"/>
                <a:ext cx="849600" cy="849600"/>
              </a:xfrm>
              <a:custGeom>
                <a:avLst/>
                <a:gdLst>
                  <a:gd name="connsiteX0" fmla="*/ 815555 w 849600"/>
                  <a:gd name="connsiteY0" fmla="*/ 101932 h 849600"/>
                  <a:gd name="connsiteX1" fmla="*/ 815555 w 849600"/>
                  <a:gd name="connsiteY1" fmla="*/ 67988 h 849600"/>
                  <a:gd name="connsiteX2" fmla="*/ 781612 w 849600"/>
                  <a:gd name="connsiteY2" fmla="*/ 67988 h 849600"/>
                  <a:gd name="connsiteX3" fmla="*/ 781612 w 849600"/>
                  <a:gd name="connsiteY3" fmla="*/ 33944 h 849600"/>
                  <a:gd name="connsiteX4" fmla="*/ 747567 w 849600"/>
                  <a:gd name="connsiteY4" fmla="*/ 33944 h 849600"/>
                  <a:gd name="connsiteX5" fmla="*/ 747567 w 849600"/>
                  <a:gd name="connsiteY5" fmla="*/ 0 h 849600"/>
                  <a:gd name="connsiteX6" fmla="*/ 713624 w 849600"/>
                  <a:gd name="connsiteY6" fmla="*/ 0 h 849600"/>
                  <a:gd name="connsiteX7" fmla="*/ 679680 w 849600"/>
                  <a:gd name="connsiteY7" fmla="*/ 0 h 849600"/>
                  <a:gd name="connsiteX8" fmla="*/ 645736 w 849600"/>
                  <a:gd name="connsiteY8" fmla="*/ 0 h 849600"/>
                  <a:gd name="connsiteX9" fmla="*/ 611793 w 849600"/>
                  <a:gd name="connsiteY9" fmla="*/ 0 h 849600"/>
                  <a:gd name="connsiteX10" fmla="*/ 577849 w 849600"/>
                  <a:gd name="connsiteY10" fmla="*/ 0 h 849600"/>
                  <a:gd name="connsiteX11" fmla="*/ 543906 w 849600"/>
                  <a:gd name="connsiteY11" fmla="*/ 0 h 849600"/>
                  <a:gd name="connsiteX12" fmla="*/ 509962 w 849600"/>
                  <a:gd name="connsiteY12" fmla="*/ 0 h 849600"/>
                  <a:gd name="connsiteX13" fmla="*/ 476018 w 849600"/>
                  <a:gd name="connsiteY13" fmla="*/ 0 h 849600"/>
                  <a:gd name="connsiteX14" fmla="*/ 442075 w 849600"/>
                  <a:gd name="connsiteY14" fmla="*/ 0 h 849600"/>
                  <a:gd name="connsiteX15" fmla="*/ 408131 w 849600"/>
                  <a:gd name="connsiteY15" fmla="*/ 0 h 849600"/>
                  <a:gd name="connsiteX16" fmla="*/ 373784 w 849600"/>
                  <a:gd name="connsiteY16" fmla="*/ 0 h 849600"/>
                  <a:gd name="connsiteX17" fmla="*/ 339840 w 849600"/>
                  <a:gd name="connsiteY17" fmla="*/ 0 h 849600"/>
                  <a:gd name="connsiteX18" fmla="*/ 305896 w 849600"/>
                  <a:gd name="connsiteY18" fmla="*/ 0 h 849600"/>
                  <a:gd name="connsiteX19" fmla="*/ 271953 w 849600"/>
                  <a:gd name="connsiteY19" fmla="*/ 0 h 849600"/>
                  <a:gd name="connsiteX20" fmla="*/ 238009 w 849600"/>
                  <a:gd name="connsiteY20" fmla="*/ 0 h 849600"/>
                  <a:gd name="connsiteX21" fmla="*/ 204066 w 849600"/>
                  <a:gd name="connsiteY21" fmla="*/ 0 h 849600"/>
                  <a:gd name="connsiteX22" fmla="*/ 170122 w 849600"/>
                  <a:gd name="connsiteY22" fmla="*/ 0 h 849600"/>
                  <a:gd name="connsiteX23" fmla="*/ 136178 w 849600"/>
                  <a:gd name="connsiteY23" fmla="*/ 0 h 849600"/>
                  <a:gd name="connsiteX24" fmla="*/ 102235 w 849600"/>
                  <a:gd name="connsiteY24" fmla="*/ 0 h 849600"/>
                  <a:gd name="connsiteX25" fmla="*/ 102235 w 849600"/>
                  <a:gd name="connsiteY25" fmla="*/ 33944 h 849600"/>
                  <a:gd name="connsiteX26" fmla="*/ 67988 w 849600"/>
                  <a:gd name="connsiteY26" fmla="*/ 33944 h 849600"/>
                  <a:gd name="connsiteX27" fmla="*/ 67988 w 849600"/>
                  <a:gd name="connsiteY27" fmla="*/ 67887 h 849600"/>
                  <a:gd name="connsiteX28" fmla="*/ 33944 w 849600"/>
                  <a:gd name="connsiteY28" fmla="*/ 67887 h 849600"/>
                  <a:gd name="connsiteX29" fmla="*/ 33944 w 849600"/>
                  <a:gd name="connsiteY29" fmla="*/ 101831 h 849600"/>
                  <a:gd name="connsiteX30" fmla="*/ 0 w 849600"/>
                  <a:gd name="connsiteY30" fmla="*/ 101831 h 849600"/>
                  <a:gd name="connsiteX31" fmla="*/ 0 w 849600"/>
                  <a:gd name="connsiteY31" fmla="*/ 135774 h 849600"/>
                  <a:gd name="connsiteX32" fmla="*/ 0 w 849600"/>
                  <a:gd name="connsiteY32" fmla="*/ 169718 h 849600"/>
                  <a:gd name="connsiteX33" fmla="*/ 0 w 849600"/>
                  <a:gd name="connsiteY33" fmla="*/ 203662 h 849600"/>
                  <a:gd name="connsiteX34" fmla="*/ 0 w 849600"/>
                  <a:gd name="connsiteY34" fmla="*/ 237605 h 849600"/>
                  <a:gd name="connsiteX35" fmla="*/ 0 w 849600"/>
                  <a:gd name="connsiteY35" fmla="*/ 271549 h 849600"/>
                  <a:gd name="connsiteX36" fmla="*/ 0 w 849600"/>
                  <a:gd name="connsiteY36" fmla="*/ 305492 h 849600"/>
                  <a:gd name="connsiteX37" fmla="*/ 0 w 849600"/>
                  <a:gd name="connsiteY37" fmla="*/ 339436 h 849600"/>
                  <a:gd name="connsiteX38" fmla="*/ 0 w 849600"/>
                  <a:gd name="connsiteY38" fmla="*/ 373784 h 849600"/>
                  <a:gd name="connsiteX39" fmla="*/ 0 w 849600"/>
                  <a:gd name="connsiteY39" fmla="*/ 407727 h 849600"/>
                  <a:gd name="connsiteX40" fmla="*/ 0 w 849600"/>
                  <a:gd name="connsiteY40" fmla="*/ 441671 h 849600"/>
                  <a:gd name="connsiteX41" fmla="*/ 0 w 849600"/>
                  <a:gd name="connsiteY41" fmla="*/ 475614 h 849600"/>
                  <a:gd name="connsiteX42" fmla="*/ 0 w 849600"/>
                  <a:gd name="connsiteY42" fmla="*/ 509558 h 849600"/>
                  <a:gd name="connsiteX43" fmla="*/ 0 w 849600"/>
                  <a:gd name="connsiteY43" fmla="*/ 543502 h 849600"/>
                  <a:gd name="connsiteX44" fmla="*/ 0 w 849600"/>
                  <a:gd name="connsiteY44" fmla="*/ 577445 h 849600"/>
                  <a:gd name="connsiteX45" fmla="*/ 0 w 849600"/>
                  <a:gd name="connsiteY45" fmla="*/ 611389 h 849600"/>
                  <a:gd name="connsiteX46" fmla="*/ 0 w 849600"/>
                  <a:gd name="connsiteY46" fmla="*/ 645332 h 849600"/>
                  <a:gd name="connsiteX47" fmla="*/ 0 w 849600"/>
                  <a:gd name="connsiteY47" fmla="*/ 679276 h 849600"/>
                  <a:gd name="connsiteX48" fmla="*/ 0 w 849600"/>
                  <a:gd name="connsiteY48" fmla="*/ 713220 h 849600"/>
                  <a:gd name="connsiteX49" fmla="*/ 0 w 849600"/>
                  <a:gd name="connsiteY49" fmla="*/ 747567 h 849600"/>
                  <a:gd name="connsiteX50" fmla="*/ 33944 w 849600"/>
                  <a:gd name="connsiteY50" fmla="*/ 747567 h 849600"/>
                  <a:gd name="connsiteX51" fmla="*/ 33944 w 849600"/>
                  <a:gd name="connsiteY51" fmla="*/ 781511 h 849600"/>
                  <a:gd name="connsiteX52" fmla="*/ 67887 w 849600"/>
                  <a:gd name="connsiteY52" fmla="*/ 781511 h 849600"/>
                  <a:gd name="connsiteX53" fmla="*/ 67887 w 849600"/>
                  <a:gd name="connsiteY53" fmla="*/ 815454 h 849600"/>
                  <a:gd name="connsiteX54" fmla="*/ 101831 w 849600"/>
                  <a:gd name="connsiteY54" fmla="*/ 815454 h 849600"/>
                  <a:gd name="connsiteX55" fmla="*/ 101831 w 849600"/>
                  <a:gd name="connsiteY55" fmla="*/ 849600 h 849600"/>
                  <a:gd name="connsiteX56" fmla="*/ 135774 w 849600"/>
                  <a:gd name="connsiteY56" fmla="*/ 849600 h 849600"/>
                  <a:gd name="connsiteX57" fmla="*/ 169718 w 849600"/>
                  <a:gd name="connsiteY57" fmla="*/ 849600 h 849600"/>
                  <a:gd name="connsiteX58" fmla="*/ 203662 w 849600"/>
                  <a:gd name="connsiteY58" fmla="*/ 849600 h 849600"/>
                  <a:gd name="connsiteX59" fmla="*/ 237605 w 849600"/>
                  <a:gd name="connsiteY59" fmla="*/ 849600 h 849600"/>
                  <a:gd name="connsiteX60" fmla="*/ 271549 w 849600"/>
                  <a:gd name="connsiteY60" fmla="*/ 849600 h 849600"/>
                  <a:gd name="connsiteX61" fmla="*/ 305492 w 849600"/>
                  <a:gd name="connsiteY61" fmla="*/ 849600 h 849600"/>
                  <a:gd name="connsiteX62" fmla="*/ 339436 w 849600"/>
                  <a:gd name="connsiteY62" fmla="*/ 849600 h 849600"/>
                  <a:gd name="connsiteX63" fmla="*/ 373784 w 849600"/>
                  <a:gd name="connsiteY63" fmla="*/ 849600 h 849600"/>
                  <a:gd name="connsiteX64" fmla="*/ 407727 w 849600"/>
                  <a:gd name="connsiteY64" fmla="*/ 849600 h 849600"/>
                  <a:gd name="connsiteX65" fmla="*/ 441671 w 849600"/>
                  <a:gd name="connsiteY65" fmla="*/ 849600 h 849600"/>
                  <a:gd name="connsiteX66" fmla="*/ 475614 w 849600"/>
                  <a:gd name="connsiteY66" fmla="*/ 849600 h 849600"/>
                  <a:gd name="connsiteX67" fmla="*/ 509558 w 849600"/>
                  <a:gd name="connsiteY67" fmla="*/ 849600 h 849600"/>
                  <a:gd name="connsiteX68" fmla="*/ 543502 w 849600"/>
                  <a:gd name="connsiteY68" fmla="*/ 849600 h 849600"/>
                  <a:gd name="connsiteX69" fmla="*/ 577445 w 849600"/>
                  <a:gd name="connsiteY69" fmla="*/ 849600 h 849600"/>
                  <a:gd name="connsiteX70" fmla="*/ 611389 w 849600"/>
                  <a:gd name="connsiteY70" fmla="*/ 849600 h 849600"/>
                  <a:gd name="connsiteX71" fmla="*/ 645332 w 849600"/>
                  <a:gd name="connsiteY71" fmla="*/ 849600 h 849600"/>
                  <a:gd name="connsiteX72" fmla="*/ 679276 w 849600"/>
                  <a:gd name="connsiteY72" fmla="*/ 849600 h 849600"/>
                  <a:gd name="connsiteX73" fmla="*/ 713220 w 849600"/>
                  <a:gd name="connsiteY73" fmla="*/ 849600 h 849600"/>
                  <a:gd name="connsiteX74" fmla="*/ 747567 w 849600"/>
                  <a:gd name="connsiteY74" fmla="*/ 849600 h 849600"/>
                  <a:gd name="connsiteX75" fmla="*/ 747567 w 849600"/>
                  <a:gd name="connsiteY75" fmla="*/ 815656 h 849600"/>
                  <a:gd name="connsiteX76" fmla="*/ 781511 w 849600"/>
                  <a:gd name="connsiteY76" fmla="*/ 815656 h 849600"/>
                  <a:gd name="connsiteX77" fmla="*/ 781511 w 849600"/>
                  <a:gd name="connsiteY77" fmla="*/ 781713 h 849600"/>
                  <a:gd name="connsiteX78" fmla="*/ 815454 w 849600"/>
                  <a:gd name="connsiteY78" fmla="*/ 781713 h 849600"/>
                  <a:gd name="connsiteX79" fmla="*/ 815454 w 849600"/>
                  <a:gd name="connsiteY79" fmla="*/ 747567 h 849600"/>
                  <a:gd name="connsiteX80" fmla="*/ 849600 w 849600"/>
                  <a:gd name="connsiteY80" fmla="*/ 747567 h 849600"/>
                  <a:gd name="connsiteX81" fmla="*/ 849600 w 849600"/>
                  <a:gd name="connsiteY81" fmla="*/ 713624 h 849600"/>
                  <a:gd name="connsiteX82" fmla="*/ 849600 w 849600"/>
                  <a:gd name="connsiteY82" fmla="*/ 679680 h 849600"/>
                  <a:gd name="connsiteX83" fmla="*/ 849600 w 849600"/>
                  <a:gd name="connsiteY83" fmla="*/ 645736 h 849600"/>
                  <a:gd name="connsiteX84" fmla="*/ 849600 w 849600"/>
                  <a:gd name="connsiteY84" fmla="*/ 611793 h 849600"/>
                  <a:gd name="connsiteX85" fmla="*/ 849600 w 849600"/>
                  <a:gd name="connsiteY85" fmla="*/ 577849 h 849600"/>
                  <a:gd name="connsiteX86" fmla="*/ 849600 w 849600"/>
                  <a:gd name="connsiteY86" fmla="*/ 543906 h 849600"/>
                  <a:gd name="connsiteX87" fmla="*/ 849600 w 849600"/>
                  <a:gd name="connsiteY87" fmla="*/ 509962 h 849600"/>
                  <a:gd name="connsiteX88" fmla="*/ 849600 w 849600"/>
                  <a:gd name="connsiteY88" fmla="*/ 476018 h 849600"/>
                  <a:gd name="connsiteX89" fmla="*/ 849600 w 849600"/>
                  <a:gd name="connsiteY89" fmla="*/ 442075 h 849600"/>
                  <a:gd name="connsiteX90" fmla="*/ 849600 w 849600"/>
                  <a:gd name="connsiteY90" fmla="*/ 408131 h 849600"/>
                  <a:gd name="connsiteX91" fmla="*/ 849600 w 849600"/>
                  <a:gd name="connsiteY91" fmla="*/ 373784 h 849600"/>
                  <a:gd name="connsiteX92" fmla="*/ 849600 w 849600"/>
                  <a:gd name="connsiteY92" fmla="*/ 339840 h 849600"/>
                  <a:gd name="connsiteX93" fmla="*/ 849600 w 849600"/>
                  <a:gd name="connsiteY93" fmla="*/ 305896 h 849600"/>
                  <a:gd name="connsiteX94" fmla="*/ 849600 w 849600"/>
                  <a:gd name="connsiteY94" fmla="*/ 271953 h 849600"/>
                  <a:gd name="connsiteX95" fmla="*/ 849600 w 849600"/>
                  <a:gd name="connsiteY95" fmla="*/ 238009 h 849600"/>
                  <a:gd name="connsiteX96" fmla="*/ 849600 w 849600"/>
                  <a:gd name="connsiteY96" fmla="*/ 204066 h 849600"/>
                  <a:gd name="connsiteX97" fmla="*/ 849600 w 849600"/>
                  <a:gd name="connsiteY97" fmla="*/ 170122 h 849600"/>
                  <a:gd name="connsiteX98" fmla="*/ 849600 w 849600"/>
                  <a:gd name="connsiteY98" fmla="*/ 136178 h 849600"/>
                  <a:gd name="connsiteX99" fmla="*/ 849600 w 849600"/>
                  <a:gd name="connsiteY99" fmla="*/ 102235 h 849600"/>
                  <a:gd name="connsiteX100" fmla="*/ 815555 w 849600"/>
                  <a:gd name="connsiteY100" fmla="*/ 102235 h 849600"/>
                  <a:gd name="connsiteX101" fmla="*/ 713624 w 849600"/>
                  <a:gd name="connsiteY101" fmla="*/ 475715 h 849600"/>
                  <a:gd name="connsiteX102" fmla="*/ 713624 w 849600"/>
                  <a:gd name="connsiteY102" fmla="*/ 509659 h 849600"/>
                  <a:gd name="connsiteX103" fmla="*/ 713624 w 849600"/>
                  <a:gd name="connsiteY103" fmla="*/ 543603 h 849600"/>
                  <a:gd name="connsiteX104" fmla="*/ 713624 w 849600"/>
                  <a:gd name="connsiteY104" fmla="*/ 577546 h 849600"/>
                  <a:gd name="connsiteX105" fmla="*/ 713624 w 849600"/>
                  <a:gd name="connsiteY105" fmla="*/ 611490 h 849600"/>
                  <a:gd name="connsiteX106" fmla="*/ 679680 w 849600"/>
                  <a:gd name="connsiteY106" fmla="*/ 611490 h 849600"/>
                  <a:gd name="connsiteX107" fmla="*/ 679680 w 849600"/>
                  <a:gd name="connsiteY107" fmla="*/ 645433 h 849600"/>
                  <a:gd name="connsiteX108" fmla="*/ 645736 w 849600"/>
                  <a:gd name="connsiteY108" fmla="*/ 645433 h 849600"/>
                  <a:gd name="connsiteX109" fmla="*/ 645736 w 849600"/>
                  <a:gd name="connsiteY109" fmla="*/ 679377 h 849600"/>
                  <a:gd name="connsiteX110" fmla="*/ 611793 w 849600"/>
                  <a:gd name="connsiteY110" fmla="*/ 679377 h 849600"/>
                  <a:gd name="connsiteX111" fmla="*/ 577849 w 849600"/>
                  <a:gd name="connsiteY111" fmla="*/ 679377 h 849600"/>
                  <a:gd name="connsiteX112" fmla="*/ 577849 w 849600"/>
                  <a:gd name="connsiteY112" fmla="*/ 713321 h 849600"/>
                  <a:gd name="connsiteX113" fmla="*/ 543906 w 849600"/>
                  <a:gd name="connsiteY113" fmla="*/ 713321 h 849600"/>
                  <a:gd name="connsiteX114" fmla="*/ 509962 w 849600"/>
                  <a:gd name="connsiteY114" fmla="*/ 713321 h 849600"/>
                  <a:gd name="connsiteX115" fmla="*/ 476018 w 849600"/>
                  <a:gd name="connsiteY115" fmla="*/ 713321 h 849600"/>
                  <a:gd name="connsiteX116" fmla="*/ 442075 w 849600"/>
                  <a:gd name="connsiteY116" fmla="*/ 713321 h 849600"/>
                  <a:gd name="connsiteX117" fmla="*/ 408131 w 849600"/>
                  <a:gd name="connsiteY117" fmla="*/ 713321 h 849600"/>
                  <a:gd name="connsiteX118" fmla="*/ 373784 w 849600"/>
                  <a:gd name="connsiteY118" fmla="*/ 713321 h 849600"/>
                  <a:gd name="connsiteX119" fmla="*/ 339840 w 849600"/>
                  <a:gd name="connsiteY119" fmla="*/ 713321 h 849600"/>
                  <a:gd name="connsiteX120" fmla="*/ 305896 w 849600"/>
                  <a:gd name="connsiteY120" fmla="*/ 713321 h 849600"/>
                  <a:gd name="connsiteX121" fmla="*/ 271953 w 849600"/>
                  <a:gd name="connsiteY121" fmla="*/ 713321 h 849600"/>
                  <a:gd name="connsiteX122" fmla="*/ 271953 w 849600"/>
                  <a:gd name="connsiteY122" fmla="*/ 679377 h 849600"/>
                  <a:gd name="connsiteX123" fmla="*/ 238009 w 849600"/>
                  <a:gd name="connsiteY123" fmla="*/ 679377 h 849600"/>
                  <a:gd name="connsiteX124" fmla="*/ 238009 w 849600"/>
                  <a:gd name="connsiteY124" fmla="*/ 645433 h 849600"/>
                  <a:gd name="connsiteX125" fmla="*/ 204066 w 849600"/>
                  <a:gd name="connsiteY125" fmla="*/ 645433 h 849600"/>
                  <a:gd name="connsiteX126" fmla="*/ 204066 w 849600"/>
                  <a:gd name="connsiteY126" fmla="*/ 611490 h 849600"/>
                  <a:gd name="connsiteX127" fmla="*/ 170122 w 849600"/>
                  <a:gd name="connsiteY127" fmla="*/ 611490 h 849600"/>
                  <a:gd name="connsiteX128" fmla="*/ 170122 w 849600"/>
                  <a:gd name="connsiteY128" fmla="*/ 577546 h 849600"/>
                  <a:gd name="connsiteX129" fmla="*/ 170122 w 849600"/>
                  <a:gd name="connsiteY129" fmla="*/ 543603 h 849600"/>
                  <a:gd name="connsiteX130" fmla="*/ 170122 w 849600"/>
                  <a:gd name="connsiteY130" fmla="*/ 509659 h 849600"/>
                  <a:gd name="connsiteX131" fmla="*/ 170122 w 849600"/>
                  <a:gd name="connsiteY131" fmla="*/ 475715 h 849600"/>
                  <a:gd name="connsiteX132" fmla="*/ 170122 w 849600"/>
                  <a:gd name="connsiteY132" fmla="*/ 441772 h 849600"/>
                  <a:gd name="connsiteX133" fmla="*/ 170122 w 849600"/>
                  <a:gd name="connsiteY133" fmla="*/ 407828 h 849600"/>
                  <a:gd name="connsiteX134" fmla="*/ 170122 w 849600"/>
                  <a:gd name="connsiteY134" fmla="*/ 373784 h 849600"/>
                  <a:gd name="connsiteX135" fmla="*/ 170122 w 849600"/>
                  <a:gd name="connsiteY135" fmla="*/ 339840 h 849600"/>
                  <a:gd name="connsiteX136" fmla="*/ 170122 w 849600"/>
                  <a:gd name="connsiteY136" fmla="*/ 305896 h 849600"/>
                  <a:gd name="connsiteX137" fmla="*/ 170122 w 849600"/>
                  <a:gd name="connsiteY137" fmla="*/ 271953 h 849600"/>
                  <a:gd name="connsiteX138" fmla="*/ 170122 w 849600"/>
                  <a:gd name="connsiteY138" fmla="*/ 238009 h 849600"/>
                  <a:gd name="connsiteX139" fmla="*/ 204066 w 849600"/>
                  <a:gd name="connsiteY139" fmla="*/ 238009 h 849600"/>
                  <a:gd name="connsiteX140" fmla="*/ 204066 w 849600"/>
                  <a:gd name="connsiteY140" fmla="*/ 204066 h 849600"/>
                  <a:gd name="connsiteX141" fmla="*/ 238009 w 849600"/>
                  <a:gd name="connsiteY141" fmla="*/ 204066 h 849600"/>
                  <a:gd name="connsiteX142" fmla="*/ 238009 w 849600"/>
                  <a:gd name="connsiteY142" fmla="*/ 170122 h 849600"/>
                  <a:gd name="connsiteX143" fmla="*/ 271953 w 849600"/>
                  <a:gd name="connsiteY143" fmla="*/ 170122 h 849600"/>
                  <a:gd name="connsiteX144" fmla="*/ 305896 w 849600"/>
                  <a:gd name="connsiteY144" fmla="*/ 170122 h 849600"/>
                  <a:gd name="connsiteX145" fmla="*/ 339840 w 849600"/>
                  <a:gd name="connsiteY145" fmla="*/ 170122 h 849600"/>
                  <a:gd name="connsiteX146" fmla="*/ 373784 w 849600"/>
                  <a:gd name="connsiteY146" fmla="*/ 170122 h 849600"/>
                  <a:gd name="connsiteX147" fmla="*/ 407727 w 849600"/>
                  <a:gd name="connsiteY147" fmla="*/ 170122 h 849600"/>
                  <a:gd name="connsiteX148" fmla="*/ 441671 w 849600"/>
                  <a:gd name="connsiteY148" fmla="*/ 170122 h 849600"/>
                  <a:gd name="connsiteX149" fmla="*/ 475614 w 849600"/>
                  <a:gd name="connsiteY149" fmla="*/ 170122 h 849600"/>
                  <a:gd name="connsiteX150" fmla="*/ 509558 w 849600"/>
                  <a:gd name="connsiteY150" fmla="*/ 170122 h 849600"/>
                  <a:gd name="connsiteX151" fmla="*/ 509558 w 849600"/>
                  <a:gd name="connsiteY151" fmla="*/ 204066 h 849600"/>
                  <a:gd name="connsiteX152" fmla="*/ 543502 w 849600"/>
                  <a:gd name="connsiteY152" fmla="*/ 204066 h 849600"/>
                  <a:gd name="connsiteX153" fmla="*/ 543502 w 849600"/>
                  <a:gd name="connsiteY153" fmla="*/ 238009 h 849600"/>
                  <a:gd name="connsiteX154" fmla="*/ 577445 w 849600"/>
                  <a:gd name="connsiteY154" fmla="*/ 238009 h 849600"/>
                  <a:gd name="connsiteX155" fmla="*/ 577445 w 849600"/>
                  <a:gd name="connsiteY155" fmla="*/ 271953 h 849600"/>
                  <a:gd name="connsiteX156" fmla="*/ 611389 w 849600"/>
                  <a:gd name="connsiteY156" fmla="*/ 271953 h 849600"/>
                  <a:gd name="connsiteX157" fmla="*/ 611389 w 849600"/>
                  <a:gd name="connsiteY157" fmla="*/ 305896 h 849600"/>
                  <a:gd name="connsiteX158" fmla="*/ 611389 w 849600"/>
                  <a:gd name="connsiteY158" fmla="*/ 339840 h 849600"/>
                  <a:gd name="connsiteX159" fmla="*/ 577445 w 849600"/>
                  <a:gd name="connsiteY159" fmla="*/ 339840 h 849600"/>
                  <a:gd name="connsiteX160" fmla="*/ 577445 w 849600"/>
                  <a:gd name="connsiteY160" fmla="*/ 373784 h 849600"/>
                  <a:gd name="connsiteX161" fmla="*/ 577445 w 849600"/>
                  <a:gd name="connsiteY161" fmla="*/ 407727 h 849600"/>
                  <a:gd name="connsiteX162" fmla="*/ 611389 w 849600"/>
                  <a:gd name="connsiteY162" fmla="*/ 407727 h 849600"/>
                  <a:gd name="connsiteX163" fmla="*/ 645332 w 849600"/>
                  <a:gd name="connsiteY163" fmla="*/ 407727 h 849600"/>
                  <a:gd name="connsiteX164" fmla="*/ 679276 w 849600"/>
                  <a:gd name="connsiteY164" fmla="*/ 407727 h 849600"/>
                  <a:gd name="connsiteX165" fmla="*/ 679276 w 849600"/>
                  <a:gd name="connsiteY165" fmla="*/ 441671 h 849600"/>
                  <a:gd name="connsiteX166" fmla="*/ 713220 w 849600"/>
                  <a:gd name="connsiteY166" fmla="*/ 441671 h 849600"/>
                  <a:gd name="connsiteX167" fmla="*/ 713220 w 849600"/>
                  <a:gd name="connsiteY167" fmla="*/ 475715 h 84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</a:cxnLst>
                <a:rect l="l" t="t" r="r" b="b"/>
                <a:pathLst>
                  <a:path w="849600" h="849600">
                    <a:moveTo>
                      <a:pt x="815555" y="101932"/>
                    </a:moveTo>
                    <a:lnTo>
                      <a:pt x="815555" y="67988"/>
                    </a:lnTo>
                    <a:lnTo>
                      <a:pt x="781612" y="67988"/>
                    </a:lnTo>
                    <a:lnTo>
                      <a:pt x="781612" y="33944"/>
                    </a:lnTo>
                    <a:lnTo>
                      <a:pt x="747567" y="33944"/>
                    </a:lnTo>
                    <a:lnTo>
                      <a:pt x="747567" y="0"/>
                    </a:lnTo>
                    <a:lnTo>
                      <a:pt x="713624" y="0"/>
                    </a:lnTo>
                    <a:lnTo>
                      <a:pt x="679680" y="0"/>
                    </a:lnTo>
                    <a:lnTo>
                      <a:pt x="645736" y="0"/>
                    </a:lnTo>
                    <a:lnTo>
                      <a:pt x="611793" y="0"/>
                    </a:lnTo>
                    <a:lnTo>
                      <a:pt x="577849" y="0"/>
                    </a:lnTo>
                    <a:lnTo>
                      <a:pt x="543906" y="0"/>
                    </a:lnTo>
                    <a:lnTo>
                      <a:pt x="509962" y="0"/>
                    </a:lnTo>
                    <a:lnTo>
                      <a:pt x="476018" y="0"/>
                    </a:lnTo>
                    <a:lnTo>
                      <a:pt x="442075" y="0"/>
                    </a:lnTo>
                    <a:lnTo>
                      <a:pt x="408131" y="0"/>
                    </a:lnTo>
                    <a:lnTo>
                      <a:pt x="373784" y="0"/>
                    </a:lnTo>
                    <a:lnTo>
                      <a:pt x="339840" y="0"/>
                    </a:lnTo>
                    <a:lnTo>
                      <a:pt x="305896" y="0"/>
                    </a:lnTo>
                    <a:lnTo>
                      <a:pt x="271953" y="0"/>
                    </a:lnTo>
                    <a:lnTo>
                      <a:pt x="238009" y="0"/>
                    </a:lnTo>
                    <a:lnTo>
                      <a:pt x="204066" y="0"/>
                    </a:lnTo>
                    <a:lnTo>
                      <a:pt x="170122" y="0"/>
                    </a:lnTo>
                    <a:lnTo>
                      <a:pt x="136178" y="0"/>
                    </a:lnTo>
                    <a:lnTo>
                      <a:pt x="102235" y="0"/>
                    </a:lnTo>
                    <a:lnTo>
                      <a:pt x="102235" y="33944"/>
                    </a:lnTo>
                    <a:lnTo>
                      <a:pt x="67988" y="33944"/>
                    </a:lnTo>
                    <a:lnTo>
                      <a:pt x="67988" y="67887"/>
                    </a:lnTo>
                    <a:lnTo>
                      <a:pt x="33944" y="67887"/>
                    </a:lnTo>
                    <a:lnTo>
                      <a:pt x="33944" y="101831"/>
                    </a:lnTo>
                    <a:lnTo>
                      <a:pt x="0" y="101831"/>
                    </a:lnTo>
                    <a:lnTo>
                      <a:pt x="0" y="135774"/>
                    </a:lnTo>
                    <a:lnTo>
                      <a:pt x="0" y="169718"/>
                    </a:lnTo>
                    <a:lnTo>
                      <a:pt x="0" y="203662"/>
                    </a:lnTo>
                    <a:lnTo>
                      <a:pt x="0" y="237605"/>
                    </a:lnTo>
                    <a:lnTo>
                      <a:pt x="0" y="271549"/>
                    </a:lnTo>
                    <a:lnTo>
                      <a:pt x="0" y="305492"/>
                    </a:lnTo>
                    <a:lnTo>
                      <a:pt x="0" y="339436"/>
                    </a:lnTo>
                    <a:lnTo>
                      <a:pt x="0" y="373784"/>
                    </a:lnTo>
                    <a:lnTo>
                      <a:pt x="0" y="407727"/>
                    </a:lnTo>
                    <a:lnTo>
                      <a:pt x="0" y="441671"/>
                    </a:lnTo>
                    <a:lnTo>
                      <a:pt x="0" y="475614"/>
                    </a:lnTo>
                    <a:lnTo>
                      <a:pt x="0" y="509558"/>
                    </a:lnTo>
                    <a:lnTo>
                      <a:pt x="0" y="543502"/>
                    </a:lnTo>
                    <a:lnTo>
                      <a:pt x="0" y="577445"/>
                    </a:lnTo>
                    <a:lnTo>
                      <a:pt x="0" y="611389"/>
                    </a:lnTo>
                    <a:lnTo>
                      <a:pt x="0" y="645332"/>
                    </a:lnTo>
                    <a:lnTo>
                      <a:pt x="0" y="679276"/>
                    </a:lnTo>
                    <a:lnTo>
                      <a:pt x="0" y="713220"/>
                    </a:lnTo>
                    <a:lnTo>
                      <a:pt x="0" y="747567"/>
                    </a:lnTo>
                    <a:lnTo>
                      <a:pt x="33944" y="747567"/>
                    </a:lnTo>
                    <a:lnTo>
                      <a:pt x="33944" y="781511"/>
                    </a:lnTo>
                    <a:lnTo>
                      <a:pt x="67887" y="781511"/>
                    </a:lnTo>
                    <a:lnTo>
                      <a:pt x="67887" y="815454"/>
                    </a:lnTo>
                    <a:lnTo>
                      <a:pt x="101831" y="815454"/>
                    </a:lnTo>
                    <a:lnTo>
                      <a:pt x="101831" y="849600"/>
                    </a:lnTo>
                    <a:lnTo>
                      <a:pt x="135774" y="849600"/>
                    </a:lnTo>
                    <a:lnTo>
                      <a:pt x="169718" y="849600"/>
                    </a:lnTo>
                    <a:lnTo>
                      <a:pt x="203662" y="849600"/>
                    </a:lnTo>
                    <a:lnTo>
                      <a:pt x="237605" y="849600"/>
                    </a:lnTo>
                    <a:lnTo>
                      <a:pt x="271549" y="849600"/>
                    </a:lnTo>
                    <a:lnTo>
                      <a:pt x="305492" y="849600"/>
                    </a:lnTo>
                    <a:lnTo>
                      <a:pt x="339436" y="849600"/>
                    </a:lnTo>
                    <a:lnTo>
                      <a:pt x="373784" y="849600"/>
                    </a:lnTo>
                    <a:lnTo>
                      <a:pt x="407727" y="849600"/>
                    </a:lnTo>
                    <a:lnTo>
                      <a:pt x="441671" y="849600"/>
                    </a:lnTo>
                    <a:lnTo>
                      <a:pt x="475614" y="849600"/>
                    </a:lnTo>
                    <a:lnTo>
                      <a:pt x="509558" y="849600"/>
                    </a:lnTo>
                    <a:lnTo>
                      <a:pt x="543502" y="849600"/>
                    </a:lnTo>
                    <a:lnTo>
                      <a:pt x="577445" y="849600"/>
                    </a:lnTo>
                    <a:lnTo>
                      <a:pt x="611389" y="849600"/>
                    </a:lnTo>
                    <a:lnTo>
                      <a:pt x="645332" y="849600"/>
                    </a:lnTo>
                    <a:lnTo>
                      <a:pt x="679276" y="849600"/>
                    </a:lnTo>
                    <a:lnTo>
                      <a:pt x="713220" y="849600"/>
                    </a:lnTo>
                    <a:lnTo>
                      <a:pt x="747567" y="849600"/>
                    </a:lnTo>
                    <a:lnTo>
                      <a:pt x="747567" y="815656"/>
                    </a:lnTo>
                    <a:lnTo>
                      <a:pt x="781511" y="815656"/>
                    </a:lnTo>
                    <a:lnTo>
                      <a:pt x="781511" y="781713"/>
                    </a:lnTo>
                    <a:lnTo>
                      <a:pt x="815454" y="781713"/>
                    </a:lnTo>
                    <a:lnTo>
                      <a:pt x="815454" y="747567"/>
                    </a:lnTo>
                    <a:lnTo>
                      <a:pt x="849600" y="747567"/>
                    </a:lnTo>
                    <a:lnTo>
                      <a:pt x="849600" y="713624"/>
                    </a:lnTo>
                    <a:lnTo>
                      <a:pt x="849600" y="679680"/>
                    </a:lnTo>
                    <a:lnTo>
                      <a:pt x="849600" y="645736"/>
                    </a:lnTo>
                    <a:lnTo>
                      <a:pt x="849600" y="611793"/>
                    </a:lnTo>
                    <a:lnTo>
                      <a:pt x="849600" y="577849"/>
                    </a:lnTo>
                    <a:lnTo>
                      <a:pt x="849600" y="543906"/>
                    </a:lnTo>
                    <a:lnTo>
                      <a:pt x="849600" y="509962"/>
                    </a:lnTo>
                    <a:lnTo>
                      <a:pt x="849600" y="476018"/>
                    </a:lnTo>
                    <a:lnTo>
                      <a:pt x="849600" y="442075"/>
                    </a:lnTo>
                    <a:lnTo>
                      <a:pt x="849600" y="408131"/>
                    </a:lnTo>
                    <a:lnTo>
                      <a:pt x="849600" y="373784"/>
                    </a:lnTo>
                    <a:lnTo>
                      <a:pt x="849600" y="339840"/>
                    </a:lnTo>
                    <a:lnTo>
                      <a:pt x="849600" y="305896"/>
                    </a:lnTo>
                    <a:lnTo>
                      <a:pt x="849600" y="271953"/>
                    </a:lnTo>
                    <a:lnTo>
                      <a:pt x="849600" y="238009"/>
                    </a:lnTo>
                    <a:lnTo>
                      <a:pt x="849600" y="204066"/>
                    </a:lnTo>
                    <a:lnTo>
                      <a:pt x="849600" y="170122"/>
                    </a:lnTo>
                    <a:lnTo>
                      <a:pt x="849600" y="136178"/>
                    </a:lnTo>
                    <a:lnTo>
                      <a:pt x="849600" y="102235"/>
                    </a:lnTo>
                    <a:lnTo>
                      <a:pt x="815555" y="102235"/>
                    </a:lnTo>
                    <a:close/>
                    <a:moveTo>
                      <a:pt x="713624" y="475715"/>
                    </a:moveTo>
                    <a:lnTo>
                      <a:pt x="713624" y="509659"/>
                    </a:lnTo>
                    <a:lnTo>
                      <a:pt x="713624" y="543603"/>
                    </a:lnTo>
                    <a:lnTo>
                      <a:pt x="713624" y="577546"/>
                    </a:lnTo>
                    <a:lnTo>
                      <a:pt x="713624" y="611490"/>
                    </a:lnTo>
                    <a:lnTo>
                      <a:pt x="679680" y="611490"/>
                    </a:lnTo>
                    <a:lnTo>
                      <a:pt x="679680" y="645433"/>
                    </a:lnTo>
                    <a:lnTo>
                      <a:pt x="645736" y="645433"/>
                    </a:lnTo>
                    <a:lnTo>
                      <a:pt x="645736" y="679377"/>
                    </a:lnTo>
                    <a:lnTo>
                      <a:pt x="611793" y="679377"/>
                    </a:lnTo>
                    <a:lnTo>
                      <a:pt x="577849" y="679377"/>
                    </a:lnTo>
                    <a:lnTo>
                      <a:pt x="577849" y="713321"/>
                    </a:lnTo>
                    <a:lnTo>
                      <a:pt x="543906" y="713321"/>
                    </a:lnTo>
                    <a:lnTo>
                      <a:pt x="509962" y="713321"/>
                    </a:lnTo>
                    <a:lnTo>
                      <a:pt x="476018" y="713321"/>
                    </a:lnTo>
                    <a:lnTo>
                      <a:pt x="442075" y="713321"/>
                    </a:lnTo>
                    <a:lnTo>
                      <a:pt x="408131" y="713321"/>
                    </a:lnTo>
                    <a:lnTo>
                      <a:pt x="373784" y="713321"/>
                    </a:lnTo>
                    <a:lnTo>
                      <a:pt x="339840" y="713321"/>
                    </a:lnTo>
                    <a:lnTo>
                      <a:pt x="305896" y="713321"/>
                    </a:lnTo>
                    <a:lnTo>
                      <a:pt x="271953" y="713321"/>
                    </a:lnTo>
                    <a:lnTo>
                      <a:pt x="271953" y="679377"/>
                    </a:lnTo>
                    <a:lnTo>
                      <a:pt x="238009" y="679377"/>
                    </a:lnTo>
                    <a:lnTo>
                      <a:pt x="238009" y="645433"/>
                    </a:lnTo>
                    <a:lnTo>
                      <a:pt x="204066" y="645433"/>
                    </a:lnTo>
                    <a:lnTo>
                      <a:pt x="204066" y="611490"/>
                    </a:lnTo>
                    <a:lnTo>
                      <a:pt x="170122" y="611490"/>
                    </a:lnTo>
                    <a:lnTo>
                      <a:pt x="170122" y="577546"/>
                    </a:lnTo>
                    <a:lnTo>
                      <a:pt x="170122" y="543603"/>
                    </a:lnTo>
                    <a:lnTo>
                      <a:pt x="170122" y="509659"/>
                    </a:lnTo>
                    <a:lnTo>
                      <a:pt x="170122" y="475715"/>
                    </a:lnTo>
                    <a:lnTo>
                      <a:pt x="170122" y="441772"/>
                    </a:lnTo>
                    <a:lnTo>
                      <a:pt x="170122" y="407828"/>
                    </a:lnTo>
                    <a:lnTo>
                      <a:pt x="170122" y="373784"/>
                    </a:lnTo>
                    <a:lnTo>
                      <a:pt x="170122" y="339840"/>
                    </a:lnTo>
                    <a:lnTo>
                      <a:pt x="170122" y="305896"/>
                    </a:lnTo>
                    <a:lnTo>
                      <a:pt x="170122" y="271953"/>
                    </a:lnTo>
                    <a:lnTo>
                      <a:pt x="170122" y="238009"/>
                    </a:lnTo>
                    <a:lnTo>
                      <a:pt x="204066" y="238009"/>
                    </a:lnTo>
                    <a:lnTo>
                      <a:pt x="204066" y="204066"/>
                    </a:lnTo>
                    <a:lnTo>
                      <a:pt x="238009" y="204066"/>
                    </a:lnTo>
                    <a:lnTo>
                      <a:pt x="238009" y="170122"/>
                    </a:lnTo>
                    <a:lnTo>
                      <a:pt x="271953" y="170122"/>
                    </a:lnTo>
                    <a:lnTo>
                      <a:pt x="305896" y="170122"/>
                    </a:lnTo>
                    <a:lnTo>
                      <a:pt x="339840" y="170122"/>
                    </a:lnTo>
                    <a:lnTo>
                      <a:pt x="373784" y="170122"/>
                    </a:lnTo>
                    <a:lnTo>
                      <a:pt x="407727" y="170122"/>
                    </a:lnTo>
                    <a:lnTo>
                      <a:pt x="441671" y="170122"/>
                    </a:lnTo>
                    <a:lnTo>
                      <a:pt x="475614" y="170122"/>
                    </a:lnTo>
                    <a:lnTo>
                      <a:pt x="509558" y="170122"/>
                    </a:lnTo>
                    <a:lnTo>
                      <a:pt x="509558" y="204066"/>
                    </a:lnTo>
                    <a:lnTo>
                      <a:pt x="543502" y="204066"/>
                    </a:lnTo>
                    <a:lnTo>
                      <a:pt x="543502" y="238009"/>
                    </a:lnTo>
                    <a:lnTo>
                      <a:pt x="577445" y="238009"/>
                    </a:lnTo>
                    <a:lnTo>
                      <a:pt x="577445" y="271953"/>
                    </a:lnTo>
                    <a:lnTo>
                      <a:pt x="611389" y="271953"/>
                    </a:lnTo>
                    <a:lnTo>
                      <a:pt x="611389" y="305896"/>
                    </a:lnTo>
                    <a:lnTo>
                      <a:pt x="611389" y="339840"/>
                    </a:lnTo>
                    <a:lnTo>
                      <a:pt x="577445" y="339840"/>
                    </a:lnTo>
                    <a:lnTo>
                      <a:pt x="577445" y="373784"/>
                    </a:lnTo>
                    <a:lnTo>
                      <a:pt x="577445" y="407727"/>
                    </a:lnTo>
                    <a:lnTo>
                      <a:pt x="611389" y="407727"/>
                    </a:lnTo>
                    <a:lnTo>
                      <a:pt x="645332" y="407727"/>
                    </a:lnTo>
                    <a:lnTo>
                      <a:pt x="679276" y="407727"/>
                    </a:lnTo>
                    <a:lnTo>
                      <a:pt x="679276" y="441671"/>
                    </a:lnTo>
                    <a:lnTo>
                      <a:pt x="713220" y="441671"/>
                    </a:lnTo>
                    <a:lnTo>
                      <a:pt x="713220" y="475715"/>
                    </a:lnTo>
                    <a:close/>
                  </a:path>
                </a:pathLst>
              </a:custGeom>
              <a:solidFill>
                <a:srgbClr val="000000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A19CBAC-06D6-CD0B-B572-77B8A2A6C5A8}"/>
                  </a:ext>
                </a:extLst>
              </p:cNvPr>
              <p:cNvSpPr/>
              <p:nvPr/>
            </p:nvSpPr>
            <p:spPr>
              <a:xfrm>
                <a:off x="-3510205" y="3866906"/>
                <a:ext cx="271851" cy="67887"/>
              </a:xfrm>
              <a:custGeom>
                <a:avLst/>
                <a:gdLst>
                  <a:gd name="connsiteX0" fmla="*/ 203965 w 271851"/>
                  <a:gd name="connsiteY0" fmla="*/ 0 h 67887"/>
                  <a:gd name="connsiteX1" fmla="*/ 169920 w 271851"/>
                  <a:gd name="connsiteY1" fmla="*/ 0 h 67887"/>
                  <a:gd name="connsiteX2" fmla="*/ 135976 w 271851"/>
                  <a:gd name="connsiteY2" fmla="*/ 0 h 67887"/>
                  <a:gd name="connsiteX3" fmla="*/ 102033 w 271851"/>
                  <a:gd name="connsiteY3" fmla="*/ 0 h 67887"/>
                  <a:gd name="connsiteX4" fmla="*/ 67988 w 271851"/>
                  <a:gd name="connsiteY4" fmla="*/ 0 h 67887"/>
                  <a:gd name="connsiteX5" fmla="*/ 34045 w 271851"/>
                  <a:gd name="connsiteY5" fmla="*/ 0 h 67887"/>
                  <a:gd name="connsiteX6" fmla="*/ 0 w 271851"/>
                  <a:gd name="connsiteY6" fmla="*/ 0 h 67887"/>
                  <a:gd name="connsiteX7" fmla="*/ 0 w 271851"/>
                  <a:gd name="connsiteY7" fmla="*/ 33944 h 67887"/>
                  <a:gd name="connsiteX8" fmla="*/ 0 w 271851"/>
                  <a:gd name="connsiteY8" fmla="*/ 67887 h 67887"/>
                  <a:gd name="connsiteX9" fmla="*/ 34045 w 271851"/>
                  <a:gd name="connsiteY9" fmla="*/ 67887 h 67887"/>
                  <a:gd name="connsiteX10" fmla="*/ 67988 w 271851"/>
                  <a:gd name="connsiteY10" fmla="*/ 67887 h 67887"/>
                  <a:gd name="connsiteX11" fmla="*/ 102033 w 271851"/>
                  <a:gd name="connsiteY11" fmla="*/ 67887 h 67887"/>
                  <a:gd name="connsiteX12" fmla="*/ 135976 w 271851"/>
                  <a:gd name="connsiteY12" fmla="*/ 67887 h 67887"/>
                  <a:gd name="connsiteX13" fmla="*/ 169920 w 271851"/>
                  <a:gd name="connsiteY13" fmla="*/ 67887 h 67887"/>
                  <a:gd name="connsiteX14" fmla="*/ 203965 w 271851"/>
                  <a:gd name="connsiteY14" fmla="*/ 67887 h 67887"/>
                  <a:gd name="connsiteX15" fmla="*/ 237908 w 271851"/>
                  <a:gd name="connsiteY15" fmla="*/ 67887 h 67887"/>
                  <a:gd name="connsiteX16" fmla="*/ 271852 w 271851"/>
                  <a:gd name="connsiteY16" fmla="*/ 67887 h 67887"/>
                  <a:gd name="connsiteX17" fmla="*/ 271852 w 271851"/>
                  <a:gd name="connsiteY17" fmla="*/ 33944 h 67887"/>
                  <a:gd name="connsiteX18" fmla="*/ 271852 w 271851"/>
                  <a:gd name="connsiteY18" fmla="*/ 0 h 67887"/>
                  <a:gd name="connsiteX19" fmla="*/ 237908 w 271851"/>
                  <a:gd name="connsiteY19" fmla="*/ 0 h 67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1851" h="67887">
                    <a:moveTo>
                      <a:pt x="203965" y="0"/>
                    </a:moveTo>
                    <a:lnTo>
                      <a:pt x="169920" y="0"/>
                    </a:lnTo>
                    <a:lnTo>
                      <a:pt x="135976" y="0"/>
                    </a:lnTo>
                    <a:lnTo>
                      <a:pt x="102033" y="0"/>
                    </a:lnTo>
                    <a:lnTo>
                      <a:pt x="67988" y="0"/>
                    </a:lnTo>
                    <a:lnTo>
                      <a:pt x="34045" y="0"/>
                    </a:lnTo>
                    <a:lnTo>
                      <a:pt x="0" y="0"/>
                    </a:lnTo>
                    <a:lnTo>
                      <a:pt x="0" y="33944"/>
                    </a:lnTo>
                    <a:lnTo>
                      <a:pt x="0" y="67887"/>
                    </a:lnTo>
                    <a:lnTo>
                      <a:pt x="34045" y="67887"/>
                    </a:lnTo>
                    <a:lnTo>
                      <a:pt x="67988" y="67887"/>
                    </a:lnTo>
                    <a:lnTo>
                      <a:pt x="102033" y="67887"/>
                    </a:lnTo>
                    <a:lnTo>
                      <a:pt x="135976" y="67887"/>
                    </a:lnTo>
                    <a:lnTo>
                      <a:pt x="169920" y="67887"/>
                    </a:lnTo>
                    <a:lnTo>
                      <a:pt x="203965" y="67887"/>
                    </a:lnTo>
                    <a:lnTo>
                      <a:pt x="237908" y="67887"/>
                    </a:lnTo>
                    <a:lnTo>
                      <a:pt x="271852" y="67887"/>
                    </a:lnTo>
                    <a:lnTo>
                      <a:pt x="271852" y="33944"/>
                    </a:lnTo>
                    <a:lnTo>
                      <a:pt x="271852" y="0"/>
                    </a:lnTo>
                    <a:lnTo>
                      <a:pt x="2379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24FF2CA4-0EA1-AF2F-4501-3219E960D69E}"/>
                  </a:ext>
                </a:extLst>
              </p:cNvPr>
              <p:cNvSpPr/>
              <p:nvPr/>
            </p:nvSpPr>
            <p:spPr>
              <a:xfrm>
                <a:off x="-3510205" y="3662941"/>
                <a:ext cx="169919" cy="67988"/>
              </a:xfrm>
              <a:custGeom>
                <a:avLst/>
                <a:gdLst>
                  <a:gd name="connsiteX0" fmla="*/ 67988 w 169919"/>
                  <a:gd name="connsiteY0" fmla="*/ 67988 h 67988"/>
                  <a:gd name="connsiteX1" fmla="*/ 102033 w 169919"/>
                  <a:gd name="connsiteY1" fmla="*/ 67988 h 67988"/>
                  <a:gd name="connsiteX2" fmla="*/ 135976 w 169919"/>
                  <a:gd name="connsiteY2" fmla="*/ 67988 h 67988"/>
                  <a:gd name="connsiteX3" fmla="*/ 169920 w 169919"/>
                  <a:gd name="connsiteY3" fmla="*/ 67988 h 67988"/>
                  <a:gd name="connsiteX4" fmla="*/ 169920 w 169919"/>
                  <a:gd name="connsiteY4" fmla="*/ 34045 h 67988"/>
                  <a:gd name="connsiteX5" fmla="*/ 169920 w 169919"/>
                  <a:gd name="connsiteY5" fmla="*/ 0 h 67988"/>
                  <a:gd name="connsiteX6" fmla="*/ 135976 w 169919"/>
                  <a:gd name="connsiteY6" fmla="*/ 0 h 67988"/>
                  <a:gd name="connsiteX7" fmla="*/ 102033 w 169919"/>
                  <a:gd name="connsiteY7" fmla="*/ 0 h 67988"/>
                  <a:gd name="connsiteX8" fmla="*/ 67988 w 169919"/>
                  <a:gd name="connsiteY8" fmla="*/ 0 h 67988"/>
                  <a:gd name="connsiteX9" fmla="*/ 34045 w 169919"/>
                  <a:gd name="connsiteY9" fmla="*/ 0 h 67988"/>
                  <a:gd name="connsiteX10" fmla="*/ 0 w 169919"/>
                  <a:gd name="connsiteY10" fmla="*/ 0 h 67988"/>
                  <a:gd name="connsiteX11" fmla="*/ 0 w 169919"/>
                  <a:gd name="connsiteY11" fmla="*/ 34045 h 67988"/>
                  <a:gd name="connsiteX12" fmla="*/ 0 w 169919"/>
                  <a:gd name="connsiteY12" fmla="*/ 67988 h 67988"/>
                  <a:gd name="connsiteX13" fmla="*/ 34045 w 169919"/>
                  <a:gd name="connsiteY13" fmla="*/ 67988 h 67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9919" h="67988">
                    <a:moveTo>
                      <a:pt x="67988" y="67988"/>
                    </a:moveTo>
                    <a:lnTo>
                      <a:pt x="102033" y="67988"/>
                    </a:lnTo>
                    <a:lnTo>
                      <a:pt x="135976" y="67988"/>
                    </a:lnTo>
                    <a:lnTo>
                      <a:pt x="169920" y="67988"/>
                    </a:lnTo>
                    <a:lnTo>
                      <a:pt x="169920" y="34045"/>
                    </a:lnTo>
                    <a:lnTo>
                      <a:pt x="169920" y="0"/>
                    </a:lnTo>
                    <a:lnTo>
                      <a:pt x="135976" y="0"/>
                    </a:lnTo>
                    <a:lnTo>
                      <a:pt x="102033" y="0"/>
                    </a:lnTo>
                    <a:lnTo>
                      <a:pt x="67988" y="0"/>
                    </a:lnTo>
                    <a:lnTo>
                      <a:pt x="34045" y="0"/>
                    </a:lnTo>
                    <a:lnTo>
                      <a:pt x="0" y="0"/>
                    </a:lnTo>
                    <a:lnTo>
                      <a:pt x="0" y="34045"/>
                    </a:lnTo>
                    <a:lnTo>
                      <a:pt x="0" y="67988"/>
                    </a:lnTo>
                    <a:lnTo>
                      <a:pt x="34045" y="67988"/>
                    </a:lnTo>
                    <a:close/>
                  </a:path>
                </a:pathLst>
              </a:custGeom>
              <a:solidFill>
                <a:srgbClr val="000000"/>
              </a:solidFill>
              <a:ln w="1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4A6A0E24-C642-5C27-E6BE-6AB6BDCCE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712" y="3939257"/>
            <a:ext cx="759469" cy="470689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744CB04B-0B9E-F3B5-2727-63EB4FCB8941}"/>
              </a:ext>
            </a:extLst>
          </p:cNvPr>
          <p:cNvSpPr/>
          <p:nvPr/>
        </p:nvSpPr>
        <p:spPr>
          <a:xfrm>
            <a:off x="8169319" y="0"/>
            <a:ext cx="4022682" cy="6858000"/>
          </a:xfrm>
          <a:prstGeom prst="rect">
            <a:avLst/>
          </a:prstGeom>
          <a:solidFill>
            <a:srgbClr val="033E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6" name="Picture 55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CC9055A4-4272-1062-D65C-98DF10FCA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870" y="2086575"/>
            <a:ext cx="1767478" cy="1767478"/>
          </a:xfrm>
          <a:prstGeom prst="rect">
            <a:avLst/>
          </a:prstGeom>
        </p:spPr>
      </p:pic>
      <p:pic>
        <p:nvPicPr>
          <p:cNvPr id="57" name="Picture 56" descr="A logo with orange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C50BFA4D-E41C-7C05-7AE4-221EDD4FE2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2785" y="4231650"/>
            <a:ext cx="1567499" cy="1011148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1FEBA406-336B-63FB-C353-14F9C7EA9518}"/>
              </a:ext>
            </a:extLst>
          </p:cNvPr>
          <p:cNvGrpSpPr/>
          <p:nvPr/>
        </p:nvGrpSpPr>
        <p:grpSpPr>
          <a:xfrm>
            <a:off x="5253217" y="1927169"/>
            <a:ext cx="3905687" cy="3573947"/>
            <a:chOff x="4773977" y="1927169"/>
            <a:chExt cx="3905687" cy="3573947"/>
          </a:xfrm>
        </p:grpSpPr>
        <p:pic>
          <p:nvPicPr>
            <p:cNvPr id="60" name="Picture 59" descr="A computer screen with a blue screen&#10;&#10;Description automatically generated">
              <a:extLst>
                <a:ext uri="{FF2B5EF4-FFF2-40B4-BE49-F238E27FC236}">
                  <a16:creationId xmlns:a16="http://schemas.microsoft.com/office/drawing/2014/main" id="{F11525D0-447C-2CD4-F8E9-F45E795DB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73977" y="1927169"/>
              <a:ext cx="3905687" cy="3573947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7051C6D-78B1-59B7-B9BC-3EBEC011A325}"/>
                </a:ext>
              </a:extLst>
            </p:cNvPr>
            <p:cNvSpPr/>
            <p:nvPr/>
          </p:nvSpPr>
          <p:spPr>
            <a:xfrm>
              <a:off x="5620241" y="2482055"/>
              <a:ext cx="2080350" cy="817158"/>
            </a:xfrm>
            <a:prstGeom prst="rect">
              <a:avLst/>
            </a:prstGeom>
            <a:solidFill>
              <a:srgbClr val="0141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F421D3E-7995-26AF-CF10-33BB35995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8482" y="2655817"/>
              <a:ext cx="1218766" cy="49172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6696D23-0EF0-7C20-D99D-C68772852727}"/>
                </a:ext>
              </a:extLst>
            </p:cNvPr>
            <p:cNvSpPr/>
            <p:nvPr/>
          </p:nvSpPr>
          <p:spPr>
            <a:xfrm>
              <a:off x="5609728" y="3296832"/>
              <a:ext cx="2080350" cy="8171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024" name="Picture 1023">
              <a:extLst>
                <a:ext uri="{FF2B5EF4-FFF2-40B4-BE49-F238E27FC236}">
                  <a16:creationId xmlns:a16="http://schemas.microsoft.com/office/drawing/2014/main" id="{F88F488C-16AD-9784-A4AE-1BF536324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679" y="3361158"/>
              <a:ext cx="1217568" cy="68689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25E048-F11C-88F7-7DCF-4621B519458A}"/>
              </a:ext>
            </a:extLst>
          </p:cNvPr>
          <p:cNvSpPr txBox="1"/>
          <p:nvPr/>
        </p:nvSpPr>
        <p:spPr>
          <a:xfrm>
            <a:off x="6044317" y="2420599"/>
            <a:ext cx="100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former</a:t>
            </a: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1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AD5-410E-8C80-3E66-914B371D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A08A8-3450-CA1D-09BB-4658FCDA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76" y="1289981"/>
            <a:ext cx="8924671" cy="480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9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AD5-410E-8C80-3E66-914B371D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pic>
        <p:nvPicPr>
          <p:cNvPr id="4" name="Picture 2" descr="Afbeeldingsresultaat voor duplo race">
            <a:extLst>
              <a:ext uri="{FF2B5EF4-FFF2-40B4-BE49-F238E27FC236}">
                <a16:creationId xmlns:a16="http://schemas.microsoft.com/office/drawing/2014/main" id="{6C1FDCF8-A875-D234-AFE0-87CDA8768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784" y="2140674"/>
            <a:ext cx="5092390" cy="381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28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A891A68-40AF-E26C-EABC-39DE52EC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48325" y="1434361"/>
            <a:ext cx="7952875" cy="41843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/>
              <a:t>there are some assumptions…</a:t>
            </a:r>
            <a:endParaRPr lang="nl-BE" sz="7200" b="1" dirty="0"/>
          </a:p>
        </p:txBody>
      </p:sp>
    </p:spTree>
    <p:extLst>
      <p:ext uri="{BB962C8B-B14F-4D97-AF65-F5344CB8AC3E}">
        <p14:creationId xmlns:p14="http://schemas.microsoft.com/office/powerpoint/2010/main" val="396489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4CE2-F414-9438-B04B-A6BF87D5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58791C3-20F5-D1FD-C830-2871BBD97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881675"/>
              </p:ext>
            </p:extLst>
          </p:nvPr>
        </p:nvGraphicFramePr>
        <p:xfrm>
          <a:off x="2032000" y="128998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567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59C1DD1-BE69-18BA-56C8-DF976FAB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56085"/>
            <a:ext cx="10515600" cy="47196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/>
              <a:t>if we can get the cost down to €100…</a:t>
            </a:r>
            <a:endParaRPr lang="nl-BE" sz="7200" b="1" dirty="0"/>
          </a:p>
        </p:txBody>
      </p:sp>
    </p:spTree>
    <p:extLst>
      <p:ext uri="{BB962C8B-B14F-4D97-AF65-F5344CB8AC3E}">
        <p14:creationId xmlns:p14="http://schemas.microsoft.com/office/powerpoint/2010/main" val="160497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59C1DD1-BE69-18BA-56C8-DF976FAB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</p:spPr>
        <p:txBody>
          <a:bodyPr/>
          <a:lstStyle/>
          <a:p>
            <a:r>
              <a:rPr lang="en-US" dirty="0"/>
              <a:t>what’s the most expensive part?</a:t>
            </a:r>
            <a:endParaRPr lang="nl-BE" dirty="0"/>
          </a:p>
        </p:txBody>
      </p:sp>
      <p:pic>
        <p:nvPicPr>
          <p:cNvPr id="6" name="Content Placeholder 5" descr="A black background with white spots&#10;&#10;Description automatically generated">
            <a:extLst>
              <a:ext uri="{FF2B5EF4-FFF2-40B4-BE49-F238E27FC236}">
                <a16:creationId xmlns:a16="http://schemas.microsoft.com/office/drawing/2014/main" id="{CD511024-C763-51D3-2DE7-FF46F3A72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098" y="1058741"/>
            <a:ext cx="5525804" cy="5607582"/>
          </a:xfrm>
        </p:spPr>
      </p:pic>
    </p:spTree>
    <p:extLst>
      <p:ext uri="{BB962C8B-B14F-4D97-AF65-F5344CB8AC3E}">
        <p14:creationId xmlns:p14="http://schemas.microsoft.com/office/powerpoint/2010/main" val="339886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aside from setting up a </a:t>
            </a:r>
            <a:r>
              <a:rPr lang="en-US" sz="6000" b="1" dirty="0"/>
              <a:t>cost-effective architecture</a:t>
            </a:r>
            <a:r>
              <a:rPr lang="en-US" sz="6000" dirty="0"/>
              <a:t>,</a:t>
            </a:r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we’ll also optimize </a:t>
            </a:r>
            <a:r>
              <a:rPr lang="en-US" sz="6000" b="1" dirty="0"/>
              <a:t>development efficiency</a:t>
            </a:r>
            <a:endParaRPr lang="nl-BE" sz="6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9C1DD1-BE69-18BA-56C8-DF976FAB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277"/>
            <a:ext cx="10515600" cy="807704"/>
          </a:xfrm>
        </p:spPr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0616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C78BB-302B-2311-4CC2-EE9B41AE56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nl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CD92B4-432B-7D16-1556-4B3983528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0B4EB7-1E13-EFD4-33AD-B7199C590F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ingest</a:t>
            </a:r>
            <a:endParaRPr lang="nl-B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668EA0-CFEE-D772-48D7-567B42F6DC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BEA78D3-0C38-7670-7532-1F70203854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transform</a:t>
            </a:r>
            <a:endParaRPr lang="nl-B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1FA346-EE51-6E32-9B80-E65724AD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F77D4D-9E45-4AA3-4936-B0B0E912E0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model &amp; serve</a:t>
            </a:r>
            <a:endParaRPr lang="nl-B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6A0321-05FC-9366-A087-8FE2EEC71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363D9E-6A92-82B9-4329-0487D44F3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but what about Fabric?</a:t>
            </a:r>
            <a:endParaRPr lang="nl-BE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AFEB33-8999-AC8C-9F86-3F4AE3AD5E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49CCCE-37C1-FB34-F3F7-4057A99944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416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564521-D1CF-0E55-896D-6CFD4A02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nl-B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253A81-FD6A-4242-9334-1E62453B9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556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architecture</a:t>
            </a:r>
            <a:endParaRPr lang="nl-BE" dirty="0"/>
          </a:p>
        </p:txBody>
      </p:sp>
      <p:grpSp>
        <p:nvGrpSpPr>
          <p:cNvPr id="4" name="Groep 5">
            <a:extLst>
              <a:ext uri="{FF2B5EF4-FFF2-40B4-BE49-F238E27FC236}">
                <a16:creationId xmlns:a16="http://schemas.microsoft.com/office/drawing/2014/main" id="{3664F832-967D-29E6-D191-9553CCDA13FE}"/>
              </a:ext>
            </a:extLst>
          </p:cNvPr>
          <p:cNvGrpSpPr/>
          <p:nvPr/>
        </p:nvGrpSpPr>
        <p:grpSpPr>
          <a:xfrm>
            <a:off x="277355" y="1823343"/>
            <a:ext cx="11555650" cy="4658197"/>
            <a:chOff x="1893204" y="1698853"/>
            <a:chExt cx="8777518" cy="4658197"/>
          </a:xfrm>
        </p:grpSpPr>
        <p:sp>
          <p:nvSpPr>
            <p:cNvPr id="5" name="Rechthoek: afgeronde hoeken 12">
              <a:extLst>
                <a:ext uri="{FF2B5EF4-FFF2-40B4-BE49-F238E27FC236}">
                  <a16:creationId xmlns:a16="http://schemas.microsoft.com/office/drawing/2014/main" id="{F7BB3856-62D3-5962-E359-4ABBD215CA21}"/>
                </a:ext>
              </a:extLst>
            </p:cNvPr>
            <p:cNvSpPr/>
            <p:nvPr/>
          </p:nvSpPr>
          <p:spPr>
            <a:xfrm>
              <a:off x="4109106" y="1873525"/>
              <a:ext cx="4389120" cy="22027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2400" dirty="0">
                  <a:solidFill>
                    <a:schemeClr val="accent1">
                      <a:lumMod val="75000"/>
                    </a:schemeClr>
                  </a:solidFill>
                </a:rPr>
                <a:t>Data platform</a:t>
              </a:r>
              <a:endParaRPr lang="en-BE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Rechthoek: afgeronde hoeken 8">
              <a:extLst>
                <a:ext uri="{FF2B5EF4-FFF2-40B4-BE49-F238E27FC236}">
                  <a16:creationId xmlns:a16="http://schemas.microsoft.com/office/drawing/2014/main" id="{4E00AF17-9876-82AB-1918-075C7F65F512}"/>
                </a:ext>
              </a:extLst>
            </p:cNvPr>
            <p:cNvSpPr/>
            <p:nvPr/>
          </p:nvSpPr>
          <p:spPr>
            <a:xfrm>
              <a:off x="4466957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Ingestion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Rechthoek: afgeronde hoeken 9">
              <a:extLst>
                <a:ext uri="{FF2B5EF4-FFF2-40B4-BE49-F238E27FC236}">
                  <a16:creationId xmlns:a16="http://schemas.microsoft.com/office/drawing/2014/main" id="{F7CA6D37-5A0E-6C1B-C947-7B1530D66106}"/>
                </a:ext>
              </a:extLst>
            </p:cNvPr>
            <p:cNvSpPr/>
            <p:nvPr/>
          </p:nvSpPr>
          <p:spPr>
            <a:xfrm>
              <a:off x="5701238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Transformation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Rechthoek: afgeronde hoeken 10">
              <a:extLst>
                <a:ext uri="{FF2B5EF4-FFF2-40B4-BE49-F238E27FC236}">
                  <a16:creationId xmlns:a16="http://schemas.microsoft.com/office/drawing/2014/main" id="{E5FD2761-A417-0059-78E3-0C3AD7E970DB}"/>
                </a:ext>
              </a:extLst>
            </p:cNvPr>
            <p:cNvSpPr/>
            <p:nvPr/>
          </p:nvSpPr>
          <p:spPr>
            <a:xfrm>
              <a:off x="6946277" y="2376586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Serving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hthoek: afgeronde hoeken 11">
              <a:extLst>
                <a:ext uri="{FF2B5EF4-FFF2-40B4-BE49-F238E27FC236}">
                  <a16:creationId xmlns:a16="http://schemas.microsoft.com/office/drawing/2014/main" id="{EADF5B38-9D46-45F7-8020-08BD70667E4D}"/>
                </a:ext>
              </a:extLst>
            </p:cNvPr>
            <p:cNvSpPr/>
            <p:nvPr/>
          </p:nvSpPr>
          <p:spPr>
            <a:xfrm>
              <a:off x="4466957" y="3301747"/>
              <a:ext cx="3684176" cy="4518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dirty="0">
                  <a:solidFill>
                    <a:schemeClr val="accent1">
                      <a:lumMod val="75000"/>
                    </a:schemeClr>
                  </a:solidFill>
                </a:rPr>
                <a:t>Storage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hthoek: afgeronde hoeken 15">
              <a:extLst>
                <a:ext uri="{FF2B5EF4-FFF2-40B4-BE49-F238E27FC236}">
                  <a16:creationId xmlns:a16="http://schemas.microsoft.com/office/drawing/2014/main" id="{B76AAA08-7FF1-7051-6311-D6F65F380C92}"/>
                </a:ext>
              </a:extLst>
            </p:cNvPr>
            <p:cNvSpPr/>
            <p:nvPr/>
          </p:nvSpPr>
          <p:spPr>
            <a:xfrm>
              <a:off x="2292878" y="2631230"/>
              <a:ext cx="1204856" cy="86061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Sources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Pijl: rechts 16">
              <a:extLst>
                <a:ext uri="{FF2B5EF4-FFF2-40B4-BE49-F238E27FC236}">
                  <a16:creationId xmlns:a16="http://schemas.microsoft.com/office/drawing/2014/main" id="{821CDE74-FF22-0EDA-0F88-A74681F6AE57}"/>
                </a:ext>
              </a:extLst>
            </p:cNvPr>
            <p:cNvSpPr/>
            <p:nvPr/>
          </p:nvSpPr>
          <p:spPr>
            <a:xfrm>
              <a:off x="5513542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2" name="Pijl: rechts 17">
              <a:extLst>
                <a:ext uri="{FF2B5EF4-FFF2-40B4-BE49-F238E27FC236}">
                  <a16:creationId xmlns:a16="http://schemas.microsoft.com/office/drawing/2014/main" id="{E9CD2A38-989E-7936-674B-65D8793FD256}"/>
                </a:ext>
              </a:extLst>
            </p:cNvPr>
            <p:cNvSpPr/>
            <p:nvPr/>
          </p:nvSpPr>
          <p:spPr>
            <a:xfrm>
              <a:off x="6738489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3" name="Pijl: rechts 18">
              <a:extLst>
                <a:ext uri="{FF2B5EF4-FFF2-40B4-BE49-F238E27FC236}">
                  <a16:creationId xmlns:a16="http://schemas.microsoft.com/office/drawing/2014/main" id="{726DEB38-17C2-5326-C66B-5F56AB4B8D49}"/>
                </a:ext>
              </a:extLst>
            </p:cNvPr>
            <p:cNvSpPr/>
            <p:nvPr/>
          </p:nvSpPr>
          <p:spPr>
            <a:xfrm>
              <a:off x="3633368" y="304355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4" name="Pijl: rechts 19">
              <a:extLst>
                <a:ext uri="{FF2B5EF4-FFF2-40B4-BE49-F238E27FC236}">
                  <a16:creationId xmlns:a16="http://schemas.microsoft.com/office/drawing/2014/main" id="{C5C41FBE-B947-4D46-B17B-2A1153931DCE}"/>
                </a:ext>
              </a:extLst>
            </p:cNvPr>
            <p:cNvSpPr/>
            <p:nvPr/>
          </p:nvSpPr>
          <p:spPr>
            <a:xfrm>
              <a:off x="8655881" y="217218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5" name="Pijl: rechts 20">
              <a:extLst>
                <a:ext uri="{FF2B5EF4-FFF2-40B4-BE49-F238E27FC236}">
                  <a16:creationId xmlns:a16="http://schemas.microsoft.com/office/drawing/2014/main" id="{44890AA1-FBD5-3E2A-6952-48302CC9BBC6}"/>
                </a:ext>
              </a:extLst>
            </p:cNvPr>
            <p:cNvSpPr/>
            <p:nvPr/>
          </p:nvSpPr>
          <p:spPr>
            <a:xfrm>
              <a:off x="8633860" y="3005907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6" name="Pijl: rechts 21">
              <a:extLst>
                <a:ext uri="{FF2B5EF4-FFF2-40B4-BE49-F238E27FC236}">
                  <a16:creationId xmlns:a16="http://schemas.microsoft.com/office/drawing/2014/main" id="{6BEE8572-3389-94A2-12B9-F69BD96DA083}"/>
                </a:ext>
              </a:extLst>
            </p:cNvPr>
            <p:cNvSpPr/>
            <p:nvPr/>
          </p:nvSpPr>
          <p:spPr>
            <a:xfrm>
              <a:off x="8617239" y="3834244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7" name="Rechthoek: afgeronde hoeken 22">
              <a:extLst>
                <a:ext uri="{FF2B5EF4-FFF2-40B4-BE49-F238E27FC236}">
                  <a16:creationId xmlns:a16="http://schemas.microsoft.com/office/drawing/2014/main" id="{085BF53F-F099-C02E-83EB-3ECBE5CAA2B0}"/>
                </a:ext>
              </a:extLst>
            </p:cNvPr>
            <p:cNvSpPr/>
            <p:nvPr/>
          </p:nvSpPr>
          <p:spPr>
            <a:xfrm>
              <a:off x="9170262" y="1698853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Analytics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8" name="Rechthoek: afgeronde hoeken 23">
              <a:extLst>
                <a:ext uri="{FF2B5EF4-FFF2-40B4-BE49-F238E27FC236}">
                  <a16:creationId xmlns:a16="http://schemas.microsoft.com/office/drawing/2014/main" id="{C3577AC9-CE80-4112-2CC4-FC76B5C31091}"/>
                </a:ext>
              </a:extLst>
            </p:cNvPr>
            <p:cNvSpPr/>
            <p:nvPr/>
          </p:nvSpPr>
          <p:spPr>
            <a:xfrm>
              <a:off x="9170262" y="2597115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Machine Learning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9" name="Rechthoek: afgeronde hoeken 24">
              <a:extLst>
                <a:ext uri="{FF2B5EF4-FFF2-40B4-BE49-F238E27FC236}">
                  <a16:creationId xmlns:a16="http://schemas.microsoft.com/office/drawing/2014/main" id="{A5A0C9CF-6722-98AE-98FD-38B1E3EA01AC}"/>
                </a:ext>
              </a:extLst>
            </p:cNvPr>
            <p:cNvSpPr/>
            <p:nvPr/>
          </p:nvSpPr>
          <p:spPr>
            <a:xfrm>
              <a:off x="9170262" y="3495377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Integration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0" name="Rechte verbindingslijn 26">
              <a:extLst>
                <a:ext uri="{FF2B5EF4-FFF2-40B4-BE49-F238E27FC236}">
                  <a16:creationId xmlns:a16="http://schemas.microsoft.com/office/drawing/2014/main" id="{C8CA1C31-93FD-0C72-AE8B-F72E3B77D7C6}"/>
                </a:ext>
              </a:extLst>
            </p:cNvPr>
            <p:cNvCxnSpPr>
              <a:cxnSpLocks/>
            </p:cNvCxnSpPr>
            <p:nvPr/>
          </p:nvCxnSpPr>
          <p:spPr>
            <a:xfrm>
              <a:off x="1893233" y="4580631"/>
              <a:ext cx="8777489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kstvak 28">
              <a:extLst>
                <a:ext uri="{FF2B5EF4-FFF2-40B4-BE49-F238E27FC236}">
                  <a16:creationId xmlns:a16="http://schemas.microsoft.com/office/drawing/2014/main" id="{15CE7A8B-77D3-4A14-F34B-F9B87DE3D83B}"/>
                </a:ext>
              </a:extLst>
            </p:cNvPr>
            <p:cNvSpPr txBox="1"/>
            <p:nvPr/>
          </p:nvSpPr>
          <p:spPr>
            <a:xfrm>
              <a:off x="5614260" y="4596252"/>
              <a:ext cx="13320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dirty="0" err="1">
                  <a:solidFill>
                    <a:schemeClr val="accent1">
                      <a:lumMod val="75000"/>
                    </a:schemeClr>
                  </a:solidFill>
                </a:rPr>
                <a:t>Undercurrents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Rechthoek: afgeronde hoeken 39">
              <a:extLst>
                <a:ext uri="{FF2B5EF4-FFF2-40B4-BE49-F238E27FC236}">
                  <a16:creationId xmlns:a16="http://schemas.microsoft.com/office/drawing/2014/main" id="{005A3E5C-4E6B-ED82-9EF6-50F9289F97B8}"/>
                </a:ext>
              </a:extLst>
            </p:cNvPr>
            <p:cNvSpPr/>
            <p:nvPr/>
          </p:nvSpPr>
          <p:spPr>
            <a:xfrm>
              <a:off x="6925604" y="5032321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Orchestration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Rechthoek: afgeronde hoeken 40">
              <a:extLst>
                <a:ext uri="{FF2B5EF4-FFF2-40B4-BE49-F238E27FC236}">
                  <a16:creationId xmlns:a16="http://schemas.microsoft.com/office/drawing/2014/main" id="{C8D3EB74-8D1C-5AE9-45F5-0FCCF75F8DBE}"/>
                </a:ext>
              </a:extLst>
            </p:cNvPr>
            <p:cNvSpPr/>
            <p:nvPr/>
          </p:nvSpPr>
          <p:spPr>
            <a:xfrm>
              <a:off x="8183703" y="5038117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Software Engineering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Rechthoek: afgeronde hoeken 42">
              <a:extLst>
                <a:ext uri="{FF2B5EF4-FFF2-40B4-BE49-F238E27FC236}">
                  <a16:creationId xmlns:a16="http://schemas.microsoft.com/office/drawing/2014/main" id="{FEEBC3DF-65DB-35F8-98AD-1CBCEE4120B6}"/>
                </a:ext>
              </a:extLst>
            </p:cNvPr>
            <p:cNvSpPr/>
            <p:nvPr/>
          </p:nvSpPr>
          <p:spPr>
            <a:xfrm>
              <a:off x="1893204" y="5019150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Security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Rechthoek: afgeronde hoeken 43">
              <a:extLst>
                <a:ext uri="{FF2B5EF4-FFF2-40B4-BE49-F238E27FC236}">
                  <a16:creationId xmlns:a16="http://schemas.microsoft.com/office/drawing/2014/main" id="{F2940F19-D81B-3E91-88EB-5C03256056F9}"/>
                </a:ext>
              </a:extLst>
            </p:cNvPr>
            <p:cNvSpPr/>
            <p:nvPr/>
          </p:nvSpPr>
          <p:spPr>
            <a:xfrm>
              <a:off x="3151304" y="5024946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</a:t>
              </a:r>
              <a:r>
                <a:rPr lang="nl-BE" sz="14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Management</a:t>
              </a:r>
              <a:endParaRPr lang="en-BE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6" name="Rechthoek: afgeronde hoeken 44">
              <a:extLst>
                <a:ext uri="{FF2B5EF4-FFF2-40B4-BE49-F238E27FC236}">
                  <a16:creationId xmlns:a16="http://schemas.microsoft.com/office/drawing/2014/main" id="{A9DC158D-D4FA-5FA1-CA33-FFD6DAA09289}"/>
                </a:ext>
              </a:extLst>
            </p:cNvPr>
            <p:cNvSpPr/>
            <p:nvPr/>
          </p:nvSpPr>
          <p:spPr>
            <a:xfrm>
              <a:off x="4409404" y="5030742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DataOps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Rechthoek: afgeronde hoeken 45">
              <a:extLst>
                <a:ext uri="{FF2B5EF4-FFF2-40B4-BE49-F238E27FC236}">
                  <a16:creationId xmlns:a16="http://schemas.microsoft.com/office/drawing/2014/main" id="{AF06F1B5-8FF5-B466-7D65-D95198619C06}"/>
                </a:ext>
              </a:extLst>
            </p:cNvPr>
            <p:cNvSpPr/>
            <p:nvPr/>
          </p:nvSpPr>
          <p:spPr>
            <a:xfrm>
              <a:off x="5667504" y="503653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Architecture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8" name="Tekstvak 3">
              <a:extLst>
                <a:ext uri="{FF2B5EF4-FFF2-40B4-BE49-F238E27FC236}">
                  <a16:creationId xmlns:a16="http://schemas.microsoft.com/office/drawing/2014/main" id="{7F4BC875-E8FB-A32C-BF72-BBE00B7CF2F5}"/>
                </a:ext>
              </a:extLst>
            </p:cNvPr>
            <p:cNvSpPr txBox="1"/>
            <p:nvPr/>
          </p:nvSpPr>
          <p:spPr>
            <a:xfrm>
              <a:off x="4411834" y="6080051"/>
              <a:ext cx="36635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 dirty="0" err="1">
                  <a:solidFill>
                    <a:schemeClr val="accent1">
                      <a:lumMod val="75000"/>
                    </a:schemeClr>
                  </a:solidFill>
                </a:rPr>
                <a:t>Inspired</a:t>
              </a:r>
              <a:r>
                <a:rPr lang="nl-BE" sz="12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nl-BE" sz="1200" dirty="0" err="1">
                  <a:solidFill>
                    <a:schemeClr val="accent1">
                      <a:lumMod val="75000"/>
                    </a:schemeClr>
                  </a:solidFill>
                </a:rPr>
                <a:t>by</a:t>
              </a:r>
              <a:r>
                <a:rPr lang="nl-BE" sz="1200" dirty="0">
                  <a:solidFill>
                    <a:schemeClr val="accent1">
                      <a:lumMod val="75000"/>
                    </a:schemeClr>
                  </a:solidFill>
                </a:rPr>
                <a:t>: Fundamentals of Data Engineering [</a:t>
              </a:r>
              <a:r>
                <a:rPr lang="nl-BE" sz="1200" dirty="0" err="1">
                  <a:solidFill>
                    <a:schemeClr val="accent1">
                      <a:lumMod val="75000"/>
                    </a:schemeClr>
                  </a:solidFill>
                </a:rPr>
                <a:t>O’Reilly</a:t>
              </a:r>
              <a:r>
                <a:rPr lang="nl-BE" sz="1200" dirty="0">
                  <a:solidFill>
                    <a:schemeClr val="accent1">
                      <a:lumMod val="75000"/>
                    </a:schemeClr>
                  </a:solidFill>
                </a:rPr>
                <a:t>, 2022]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Rechthoek: afgeronde hoeken 4">
              <a:extLst>
                <a:ext uri="{FF2B5EF4-FFF2-40B4-BE49-F238E27FC236}">
                  <a16:creationId xmlns:a16="http://schemas.microsoft.com/office/drawing/2014/main" id="{C387D03F-A0BE-BA46-E914-8A2DC998D8B0}"/>
                </a:ext>
              </a:extLst>
            </p:cNvPr>
            <p:cNvSpPr/>
            <p:nvPr/>
          </p:nvSpPr>
          <p:spPr>
            <a:xfrm>
              <a:off x="9441802" y="504334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Cost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 Management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288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we’re building a (simple) DWH</a:t>
            </a:r>
            <a:endParaRPr lang="nl-BE" dirty="0"/>
          </a:p>
        </p:txBody>
      </p:sp>
      <p:sp>
        <p:nvSpPr>
          <p:cNvPr id="5" name="Rechthoek: afgeronde hoeken 12">
            <a:extLst>
              <a:ext uri="{FF2B5EF4-FFF2-40B4-BE49-F238E27FC236}">
                <a16:creationId xmlns:a16="http://schemas.microsoft.com/office/drawing/2014/main" id="{F7BB3856-62D3-5962-E359-4ABBD215CA21}"/>
              </a:ext>
            </a:extLst>
          </p:cNvPr>
          <p:cNvSpPr/>
          <p:nvPr/>
        </p:nvSpPr>
        <p:spPr>
          <a:xfrm>
            <a:off x="3194602" y="1998015"/>
            <a:ext cx="5778300" cy="22027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2400" dirty="0">
                <a:solidFill>
                  <a:schemeClr val="accent1">
                    <a:lumMod val="75000"/>
                  </a:schemeClr>
                </a:solidFill>
              </a:rPr>
              <a:t>Data platform</a:t>
            </a:r>
            <a:endParaRPr lang="en-BE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hthoek: afgeronde hoeken 8">
            <a:extLst>
              <a:ext uri="{FF2B5EF4-FFF2-40B4-BE49-F238E27FC236}">
                <a16:creationId xmlns:a16="http://schemas.microsoft.com/office/drawing/2014/main" id="{4E00AF17-9876-82AB-1918-075C7F65F512}"/>
              </a:ext>
            </a:extLst>
          </p:cNvPr>
          <p:cNvSpPr/>
          <p:nvPr/>
        </p:nvSpPr>
        <p:spPr>
          <a:xfrm>
            <a:off x="3665715" y="2501077"/>
            <a:ext cx="1586199" cy="8606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Ingestion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hthoek: afgeronde hoeken 9">
            <a:extLst>
              <a:ext uri="{FF2B5EF4-FFF2-40B4-BE49-F238E27FC236}">
                <a16:creationId xmlns:a16="http://schemas.microsoft.com/office/drawing/2014/main" id="{F7CA6D37-5A0E-6C1B-C947-7B1530D66106}"/>
              </a:ext>
            </a:extLst>
          </p:cNvPr>
          <p:cNvSpPr/>
          <p:nvPr/>
        </p:nvSpPr>
        <p:spPr>
          <a:xfrm>
            <a:off x="5290652" y="2501077"/>
            <a:ext cx="1586199" cy="8606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Transformation</a:t>
            </a:r>
            <a:endParaRPr lang="en-BE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hthoek: afgeronde hoeken 10">
            <a:extLst>
              <a:ext uri="{FF2B5EF4-FFF2-40B4-BE49-F238E27FC236}">
                <a16:creationId xmlns:a16="http://schemas.microsoft.com/office/drawing/2014/main" id="{E5FD2761-A417-0059-78E3-0C3AD7E970DB}"/>
              </a:ext>
            </a:extLst>
          </p:cNvPr>
          <p:cNvSpPr/>
          <p:nvPr/>
        </p:nvSpPr>
        <p:spPr>
          <a:xfrm>
            <a:off x="6929753" y="2501076"/>
            <a:ext cx="1586199" cy="8606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Serving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hthoek: afgeronde hoeken 11">
            <a:extLst>
              <a:ext uri="{FF2B5EF4-FFF2-40B4-BE49-F238E27FC236}">
                <a16:creationId xmlns:a16="http://schemas.microsoft.com/office/drawing/2014/main" id="{EADF5B38-9D46-45F7-8020-08BD70667E4D}"/>
              </a:ext>
            </a:extLst>
          </p:cNvPr>
          <p:cNvSpPr/>
          <p:nvPr/>
        </p:nvSpPr>
        <p:spPr>
          <a:xfrm>
            <a:off x="3665715" y="3426237"/>
            <a:ext cx="4850238" cy="4518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dirty="0">
                <a:solidFill>
                  <a:schemeClr val="accent1">
                    <a:lumMod val="75000"/>
                  </a:schemeClr>
                </a:solidFill>
              </a:rPr>
              <a:t>Storage</a:t>
            </a:r>
            <a:endParaRPr lang="en-B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hthoek: afgeronde hoeken 15">
            <a:extLst>
              <a:ext uri="{FF2B5EF4-FFF2-40B4-BE49-F238E27FC236}">
                <a16:creationId xmlns:a16="http://schemas.microsoft.com/office/drawing/2014/main" id="{B76AAA08-7FF1-7051-6311-D6F65F380C92}"/>
              </a:ext>
            </a:extLst>
          </p:cNvPr>
          <p:cNvSpPr/>
          <p:nvPr/>
        </p:nvSpPr>
        <p:spPr>
          <a:xfrm>
            <a:off x="803528" y="2755720"/>
            <a:ext cx="1586199" cy="86061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Data Sources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Pijl: rechts 16">
            <a:extLst>
              <a:ext uri="{FF2B5EF4-FFF2-40B4-BE49-F238E27FC236}">
                <a16:creationId xmlns:a16="http://schemas.microsoft.com/office/drawing/2014/main" id="{821CDE74-FF22-0EDA-0F88-A74681F6AE57}"/>
              </a:ext>
            </a:extLst>
          </p:cNvPr>
          <p:cNvSpPr/>
          <p:nvPr/>
        </p:nvSpPr>
        <p:spPr>
          <a:xfrm>
            <a:off x="5043550" y="3205701"/>
            <a:ext cx="469630" cy="7530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2" name="Pijl: rechts 17">
            <a:extLst>
              <a:ext uri="{FF2B5EF4-FFF2-40B4-BE49-F238E27FC236}">
                <a16:creationId xmlns:a16="http://schemas.microsoft.com/office/drawing/2014/main" id="{E9CD2A38-989E-7936-674B-65D8793FD256}"/>
              </a:ext>
            </a:extLst>
          </p:cNvPr>
          <p:cNvSpPr/>
          <p:nvPr/>
        </p:nvSpPr>
        <p:spPr>
          <a:xfrm>
            <a:off x="6656199" y="3205701"/>
            <a:ext cx="469630" cy="7530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3" name="Pijl: rechts 18">
            <a:extLst>
              <a:ext uri="{FF2B5EF4-FFF2-40B4-BE49-F238E27FC236}">
                <a16:creationId xmlns:a16="http://schemas.microsoft.com/office/drawing/2014/main" id="{726DEB38-17C2-5326-C66B-5F56AB4B8D49}"/>
              </a:ext>
            </a:extLst>
          </p:cNvPr>
          <p:cNvSpPr/>
          <p:nvPr/>
        </p:nvSpPr>
        <p:spPr>
          <a:xfrm>
            <a:off x="2568290" y="3168049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4" name="Pijl: rechts 19">
            <a:extLst>
              <a:ext uri="{FF2B5EF4-FFF2-40B4-BE49-F238E27FC236}">
                <a16:creationId xmlns:a16="http://schemas.microsoft.com/office/drawing/2014/main" id="{C5C41FBE-B947-4D46-B17B-2A1153931DCE}"/>
              </a:ext>
            </a:extLst>
          </p:cNvPr>
          <p:cNvSpPr/>
          <p:nvPr/>
        </p:nvSpPr>
        <p:spPr>
          <a:xfrm>
            <a:off x="9180456" y="2296679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5" name="Pijl: rechts 20">
            <a:extLst>
              <a:ext uri="{FF2B5EF4-FFF2-40B4-BE49-F238E27FC236}">
                <a16:creationId xmlns:a16="http://schemas.microsoft.com/office/drawing/2014/main" id="{44890AA1-FBD5-3E2A-6952-48302CC9BBC6}"/>
              </a:ext>
            </a:extLst>
          </p:cNvPr>
          <p:cNvSpPr/>
          <p:nvPr/>
        </p:nvSpPr>
        <p:spPr>
          <a:xfrm>
            <a:off x="9151465" y="3130397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6" name="Pijl: rechts 21">
            <a:extLst>
              <a:ext uri="{FF2B5EF4-FFF2-40B4-BE49-F238E27FC236}">
                <a16:creationId xmlns:a16="http://schemas.microsoft.com/office/drawing/2014/main" id="{6BEE8572-3389-94A2-12B9-F69BD96DA083}"/>
              </a:ext>
            </a:extLst>
          </p:cNvPr>
          <p:cNvSpPr/>
          <p:nvPr/>
        </p:nvSpPr>
        <p:spPr>
          <a:xfrm>
            <a:off x="9129584" y="3958734"/>
            <a:ext cx="469630" cy="7530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BE"/>
          </a:p>
        </p:txBody>
      </p:sp>
      <p:sp>
        <p:nvSpPr>
          <p:cNvPr id="17" name="Rechthoek: afgeronde hoeken 22">
            <a:extLst>
              <a:ext uri="{FF2B5EF4-FFF2-40B4-BE49-F238E27FC236}">
                <a16:creationId xmlns:a16="http://schemas.microsoft.com/office/drawing/2014/main" id="{085BF53F-F099-C02E-83EB-3ECBE5CAA2B0}"/>
              </a:ext>
            </a:extLst>
          </p:cNvPr>
          <p:cNvSpPr/>
          <p:nvPr/>
        </p:nvSpPr>
        <p:spPr>
          <a:xfrm>
            <a:off x="9857641" y="1823343"/>
            <a:ext cx="1586199" cy="8606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Analytics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Rechthoek: afgeronde hoeken 23">
            <a:extLst>
              <a:ext uri="{FF2B5EF4-FFF2-40B4-BE49-F238E27FC236}">
                <a16:creationId xmlns:a16="http://schemas.microsoft.com/office/drawing/2014/main" id="{C3577AC9-CE80-4112-2CC4-FC76B5C31091}"/>
              </a:ext>
            </a:extLst>
          </p:cNvPr>
          <p:cNvSpPr/>
          <p:nvPr/>
        </p:nvSpPr>
        <p:spPr>
          <a:xfrm>
            <a:off x="9857641" y="2721605"/>
            <a:ext cx="1586199" cy="8606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Machine Learning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Rechthoek: afgeronde hoeken 24">
            <a:extLst>
              <a:ext uri="{FF2B5EF4-FFF2-40B4-BE49-F238E27FC236}">
                <a16:creationId xmlns:a16="http://schemas.microsoft.com/office/drawing/2014/main" id="{A5A0C9CF-6722-98AE-98FD-38B1E3EA01AC}"/>
              </a:ext>
            </a:extLst>
          </p:cNvPr>
          <p:cNvSpPr/>
          <p:nvPr/>
        </p:nvSpPr>
        <p:spPr>
          <a:xfrm>
            <a:off x="9857641" y="3619867"/>
            <a:ext cx="1586199" cy="8606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Integration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0" name="Rechte verbindingslijn 26">
            <a:extLst>
              <a:ext uri="{FF2B5EF4-FFF2-40B4-BE49-F238E27FC236}">
                <a16:creationId xmlns:a16="http://schemas.microsoft.com/office/drawing/2014/main" id="{C8CA1C31-93FD-0C72-AE8B-F72E3B77D7C6}"/>
              </a:ext>
            </a:extLst>
          </p:cNvPr>
          <p:cNvCxnSpPr>
            <a:cxnSpLocks/>
          </p:cNvCxnSpPr>
          <p:nvPr/>
        </p:nvCxnSpPr>
        <p:spPr>
          <a:xfrm>
            <a:off x="277393" y="4705121"/>
            <a:ext cx="11555612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vak 28">
            <a:extLst>
              <a:ext uri="{FF2B5EF4-FFF2-40B4-BE49-F238E27FC236}">
                <a16:creationId xmlns:a16="http://schemas.microsoft.com/office/drawing/2014/main" id="{15CE7A8B-77D3-4A14-F34B-F9B87DE3D83B}"/>
              </a:ext>
            </a:extLst>
          </p:cNvPr>
          <p:cNvSpPr txBox="1"/>
          <p:nvPr/>
        </p:nvSpPr>
        <p:spPr>
          <a:xfrm>
            <a:off x="5176145" y="4720742"/>
            <a:ext cx="175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 err="1">
                <a:solidFill>
                  <a:schemeClr val="accent1">
                    <a:lumMod val="75000"/>
                  </a:schemeClr>
                </a:solidFill>
              </a:rPr>
              <a:t>Undercurrents</a:t>
            </a:r>
            <a:endParaRPr lang="en-B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Rechthoek: afgeronde hoeken 39">
            <a:extLst>
              <a:ext uri="{FF2B5EF4-FFF2-40B4-BE49-F238E27FC236}">
                <a16:creationId xmlns:a16="http://schemas.microsoft.com/office/drawing/2014/main" id="{005A3E5C-4E6B-ED82-9EF6-50F9289F97B8}"/>
              </a:ext>
            </a:extLst>
          </p:cNvPr>
          <p:cNvSpPr/>
          <p:nvPr/>
        </p:nvSpPr>
        <p:spPr>
          <a:xfrm>
            <a:off x="6902537" y="5156811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Orchestration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Rechthoek: afgeronde hoeken 40">
            <a:extLst>
              <a:ext uri="{FF2B5EF4-FFF2-40B4-BE49-F238E27FC236}">
                <a16:creationId xmlns:a16="http://schemas.microsoft.com/office/drawing/2014/main" id="{C8D3EB74-8D1C-5AE9-45F5-0FCCF75F8DBE}"/>
              </a:ext>
            </a:extLst>
          </p:cNvPr>
          <p:cNvSpPr/>
          <p:nvPr/>
        </p:nvSpPr>
        <p:spPr>
          <a:xfrm>
            <a:off x="8558831" y="5162607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Software Engineering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Rechthoek: afgeronde hoeken 42">
            <a:extLst>
              <a:ext uri="{FF2B5EF4-FFF2-40B4-BE49-F238E27FC236}">
                <a16:creationId xmlns:a16="http://schemas.microsoft.com/office/drawing/2014/main" id="{FEEBC3DF-65DB-35F8-98AD-1CBCEE4120B6}"/>
              </a:ext>
            </a:extLst>
          </p:cNvPr>
          <p:cNvSpPr/>
          <p:nvPr/>
        </p:nvSpPr>
        <p:spPr>
          <a:xfrm>
            <a:off x="277355" y="5143640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Security</a:t>
            </a:r>
            <a:endParaRPr lang="en-BE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echthoek: afgeronde hoeken 43">
            <a:extLst>
              <a:ext uri="{FF2B5EF4-FFF2-40B4-BE49-F238E27FC236}">
                <a16:creationId xmlns:a16="http://schemas.microsoft.com/office/drawing/2014/main" id="{F2940F19-D81B-3E91-88EB-5C03256056F9}"/>
              </a:ext>
            </a:extLst>
          </p:cNvPr>
          <p:cNvSpPr/>
          <p:nvPr/>
        </p:nvSpPr>
        <p:spPr>
          <a:xfrm>
            <a:off x="1933650" y="5149436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nl-BE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Management</a:t>
            </a:r>
            <a:endParaRPr lang="en-BE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Rechthoek: afgeronde hoeken 44">
            <a:extLst>
              <a:ext uri="{FF2B5EF4-FFF2-40B4-BE49-F238E27FC236}">
                <a16:creationId xmlns:a16="http://schemas.microsoft.com/office/drawing/2014/main" id="{A9DC158D-D4FA-5FA1-CA33-FFD6DAA09289}"/>
              </a:ext>
            </a:extLst>
          </p:cNvPr>
          <p:cNvSpPr/>
          <p:nvPr/>
        </p:nvSpPr>
        <p:spPr>
          <a:xfrm>
            <a:off x="3589946" y="5155232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DataOps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Rechthoek: afgeronde hoeken 45">
            <a:extLst>
              <a:ext uri="{FF2B5EF4-FFF2-40B4-BE49-F238E27FC236}">
                <a16:creationId xmlns:a16="http://schemas.microsoft.com/office/drawing/2014/main" id="{AF06F1B5-8FF5-B466-7D65-D95198619C06}"/>
              </a:ext>
            </a:extLst>
          </p:cNvPr>
          <p:cNvSpPr/>
          <p:nvPr/>
        </p:nvSpPr>
        <p:spPr>
          <a:xfrm>
            <a:off x="5246241" y="5161029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Data Architecture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Rechthoek: afgeronde hoeken 4">
            <a:extLst>
              <a:ext uri="{FF2B5EF4-FFF2-40B4-BE49-F238E27FC236}">
                <a16:creationId xmlns:a16="http://schemas.microsoft.com/office/drawing/2014/main" id="{C387D03F-A0BE-BA46-E914-8A2DC998D8B0}"/>
              </a:ext>
            </a:extLst>
          </p:cNvPr>
          <p:cNvSpPr/>
          <p:nvPr/>
        </p:nvSpPr>
        <p:spPr>
          <a:xfrm>
            <a:off x="10215125" y="5167839"/>
            <a:ext cx="1586199" cy="6326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>
            <a:defPPr>
              <a:defRPr lang="en-B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600" dirty="0" err="1">
                <a:solidFill>
                  <a:schemeClr val="accent1">
                    <a:lumMod val="75000"/>
                  </a:schemeClr>
                </a:solidFill>
              </a:rPr>
              <a:t>Cost</a:t>
            </a:r>
            <a:r>
              <a:rPr lang="nl-BE" sz="1600" dirty="0">
                <a:solidFill>
                  <a:schemeClr val="accent1">
                    <a:lumMod val="75000"/>
                  </a:schemeClr>
                </a:solidFill>
              </a:rPr>
              <a:t> Management</a:t>
            </a:r>
            <a:endParaRPr lang="en-B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7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8E5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D1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we’re building a (simple) DWH</a:t>
            </a:r>
            <a:endParaRPr lang="nl-BE" dirty="0"/>
          </a:p>
        </p:txBody>
      </p:sp>
      <p:grpSp>
        <p:nvGrpSpPr>
          <p:cNvPr id="4" name="Groep 5">
            <a:extLst>
              <a:ext uri="{FF2B5EF4-FFF2-40B4-BE49-F238E27FC236}">
                <a16:creationId xmlns:a16="http://schemas.microsoft.com/office/drawing/2014/main" id="{3664F832-967D-29E6-D191-9553CCDA13FE}"/>
              </a:ext>
            </a:extLst>
          </p:cNvPr>
          <p:cNvGrpSpPr/>
          <p:nvPr/>
        </p:nvGrpSpPr>
        <p:grpSpPr>
          <a:xfrm>
            <a:off x="277355" y="1823343"/>
            <a:ext cx="11555650" cy="3977134"/>
            <a:chOff x="1893204" y="1698853"/>
            <a:chExt cx="8777518" cy="3977134"/>
          </a:xfrm>
        </p:grpSpPr>
        <p:sp>
          <p:nvSpPr>
            <p:cNvPr id="5" name="Rechthoek: afgeronde hoeken 12">
              <a:extLst>
                <a:ext uri="{FF2B5EF4-FFF2-40B4-BE49-F238E27FC236}">
                  <a16:creationId xmlns:a16="http://schemas.microsoft.com/office/drawing/2014/main" id="{F7BB3856-62D3-5962-E359-4ABBD215CA21}"/>
                </a:ext>
              </a:extLst>
            </p:cNvPr>
            <p:cNvSpPr/>
            <p:nvPr/>
          </p:nvSpPr>
          <p:spPr>
            <a:xfrm>
              <a:off x="4109106" y="1873525"/>
              <a:ext cx="4389120" cy="22027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2400" dirty="0">
                  <a:solidFill>
                    <a:schemeClr val="accent1">
                      <a:lumMod val="75000"/>
                    </a:schemeClr>
                  </a:solidFill>
                </a:rPr>
                <a:t>Data platform</a:t>
              </a:r>
              <a:endParaRPr lang="en-BE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Rechthoek: afgeronde hoeken 8">
              <a:extLst>
                <a:ext uri="{FF2B5EF4-FFF2-40B4-BE49-F238E27FC236}">
                  <a16:creationId xmlns:a16="http://schemas.microsoft.com/office/drawing/2014/main" id="{4E00AF17-9876-82AB-1918-075C7F65F512}"/>
                </a:ext>
              </a:extLst>
            </p:cNvPr>
            <p:cNvSpPr/>
            <p:nvPr/>
          </p:nvSpPr>
          <p:spPr>
            <a:xfrm>
              <a:off x="4466957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Ingestion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Rechthoek: afgeronde hoeken 9">
              <a:extLst>
                <a:ext uri="{FF2B5EF4-FFF2-40B4-BE49-F238E27FC236}">
                  <a16:creationId xmlns:a16="http://schemas.microsoft.com/office/drawing/2014/main" id="{F7CA6D37-5A0E-6C1B-C947-7B1530D66106}"/>
                </a:ext>
              </a:extLst>
            </p:cNvPr>
            <p:cNvSpPr/>
            <p:nvPr/>
          </p:nvSpPr>
          <p:spPr>
            <a:xfrm>
              <a:off x="5701238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Transformation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Rechthoek: afgeronde hoeken 10">
              <a:extLst>
                <a:ext uri="{FF2B5EF4-FFF2-40B4-BE49-F238E27FC236}">
                  <a16:creationId xmlns:a16="http://schemas.microsoft.com/office/drawing/2014/main" id="{E5FD2761-A417-0059-78E3-0C3AD7E970DB}"/>
                </a:ext>
              </a:extLst>
            </p:cNvPr>
            <p:cNvSpPr/>
            <p:nvPr/>
          </p:nvSpPr>
          <p:spPr>
            <a:xfrm>
              <a:off x="6946277" y="2376586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Serving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hthoek: afgeronde hoeken 11">
              <a:extLst>
                <a:ext uri="{FF2B5EF4-FFF2-40B4-BE49-F238E27FC236}">
                  <a16:creationId xmlns:a16="http://schemas.microsoft.com/office/drawing/2014/main" id="{EADF5B38-9D46-45F7-8020-08BD70667E4D}"/>
                </a:ext>
              </a:extLst>
            </p:cNvPr>
            <p:cNvSpPr/>
            <p:nvPr/>
          </p:nvSpPr>
          <p:spPr>
            <a:xfrm>
              <a:off x="4466957" y="3301747"/>
              <a:ext cx="3684176" cy="4518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dirty="0">
                  <a:solidFill>
                    <a:schemeClr val="accent1">
                      <a:lumMod val="75000"/>
                    </a:schemeClr>
                  </a:solidFill>
                </a:rPr>
                <a:t>Storage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hthoek: afgeronde hoeken 15">
              <a:extLst>
                <a:ext uri="{FF2B5EF4-FFF2-40B4-BE49-F238E27FC236}">
                  <a16:creationId xmlns:a16="http://schemas.microsoft.com/office/drawing/2014/main" id="{B76AAA08-7FF1-7051-6311-D6F65F380C92}"/>
                </a:ext>
              </a:extLst>
            </p:cNvPr>
            <p:cNvSpPr/>
            <p:nvPr/>
          </p:nvSpPr>
          <p:spPr>
            <a:xfrm>
              <a:off x="2292878" y="2631230"/>
              <a:ext cx="1204856" cy="86061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Sources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Pijl: rechts 16">
              <a:extLst>
                <a:ext uri="{FF2B5EF4-FFF2-40B4-BE49-F238E27FC236}">
                  <a16:creationId xmlns:a16="http://schemas.microsoft.com/office/drawing/2014/main" id="{821CDE74-FF22-0EDA-0F88-A74681F6AE57}"/>
                </a:ext>
              </a:extLst>
            </p:cNvPr>
            <p:cNvSpPr/>
            <p:nvPr/>
          </p:nvSpPr>
          <p:spPr>
            <a:xfrm>
              <a:off x="5513542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2" name="Pijl: rechts 17">
              <a:extLst>
                <a:ext uri="{FF2B5EF4-FFF2-40B4-BE49-F238E27FC236}">
                  <a16:creationId xmlns:a16="http://schemas.microsoft.com/office/drawing/2014/main" id="{E9CD2A38-989E-7936-674B-65D8793FD256}"/>
                </a:ext>
              </a:extLst>
            </p:cNvPr>
            <p:cNvSpPr/>
            <p:nvPr/>
          </p:nvSpPr>
          <p:spPr>
            <a:xfrm>
              <a:off x="6738489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3" name="Pijl: rechts 18">
              <a:extLst>
                <a:ext uri="{FF2B5EF4-FFF2-40B4-BE49-F238E27FC236}">
                  <a16:creationId xmlns:a16="http://schemas.microsoft.com/office/drawing/2014/main" id="{726DEB38-17C2-5326-C66B-5F56AB4B8D49}"/>
                </a:ext>
              </a:extLst>
            </p:cNvPr>
            <p:cNvSpPr/>
            <p:nvPr/>
          </p:nvSpPr>
          <p:spPr>
            <a:xfrm>
              <a:off x="3633368" y="304355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4" name="Pijl: rechts 19">
              <a:extLst>
                <a:ext uri="{FF2B5EF4-FFF2-40B4-BE49-F238E27FC236}">
                  <a16:creationId xmlns:a16="http://schemas.microsoft.com/office/drawing/2014/main" id="{C5C41FBE-B947-4D46-B17B-2A1153931DCE}"/>
                </a:ext>
              </a:extLst>
            </p:cNvPr>
            <p:cNvSpPr/>
            <p:nvPr/>
          </p:nvSpPr>
          <p:spPr>
            <a:xfrm>
              <a:off x="8655881" y="217218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7" name="Rechthoek: afgeronde hoeken 22">
              <a:extLst>
                <a:ext uri="{FF2B5EF4-FFF2-40B4-BE49-F238E27FC236}">
                  <a16:creationId xmlns:a16="http://schemas.microsoft.com/office/drawing/2014/main" id="{085BF53F-F099-C02E-83EB-3ECBE5CAA2B0}"/>
                </a:ext>
              </a:extLst>
            </p:cNvPr>
            <p:cNvSpPr/>
            <p:nvPr/>
          </p:nvSpPr>
          <p:spPr>
            <a:xfrm>
              <a:off x="9170262" y="1698853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Analytics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0" name="Rechte verbindingslijn 26">
              <a:extLst>
                <a:ext uri="{FF2B5EF4-FFF2-40B4-BE49-F238E27FC236}">
                  <a16:creationId xmlns:a16="http://schemas.microsoft.com/office/drawing/2014/main" id="{C8CA1C31-93FD-0C72-AE8B-F72E3B77D7C6}"/>
                </a:ext>
              </a:extLst>
            </p:cNvPr>
            <p:cNvCxnSpPr>
              <a:cxnSpLocks/>
            </p:cNvCxnSpPr>
            <p:nvPr/>
          </p:nvCxnSpPr>
          <p:spPr>
            <a:xfrm>
              <a:off x="1893233" y="4580631"/>
              <a:ext cx="8777489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kstvak 28">
              <a:extLst>
                <a:ext uri="{FF2B5EF4-FFF2-40B4-BE49-F238E27FC236}">
                  <a16:creationId xmlns:a16="http://schemas.microsoft.com/office/drawing/2014/main" id="{15CE7A8B-77D3-4A14-F34B-F9B87DE3D83B}"/>
                </a:ext>
              </a:extLst>
            </p:cNvPr>
            <p:cNvSpPr txBox="1"/>
            <p:nvPr/>
          </p:nvSpPr>
          <p:spPr>
            <a:xfrm>
              <a:off x="5614260" y="4596252"/>
              <a:ext cx="174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dirty="0" err="1">
                  <a:solidFill>
                    <a:schemeClr val="accent1">
                      <a:lumMod val="75000"/>
                    </a:schemeClr>
                  </a:solidFill>
                </a:rPr>
                <a:t>Undercurrents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Rechthoek: afgeronde hoeken 39">
              <a:extLst>
                <a:ext uri="{FF2B5EF4-FFF2-40B4-BE49-F238E27FC236}">
                  <a16:creationId xmlns:a16="http://schemas.microsoft.com/office/drawing/2014/main" id="{005A3E5C-4E6B-ED82-9EF6-50F9289F97B8}"/>
                </a:ext>
              </a:extLst>
            </p:cNvPr>
            <p:cNvSpPr/>
            <p:nvPr/>
          </p:nvSpPr>
          <p:spPr>
            <a:xfrm>
              <a:off x="6925604" y="5032321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Orchestration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Rechthoek: afgeronde hoeken 40">
              <a:extLst>
                <a:ext uri="{FF2B5EF4-FFF2-40B4-BE49-F238E27FC236}">
                  <a16:creationId xmlns:a16="http://schemas.microsoft.com/office/drawing/2014/main" id="{C8D3EB74-8D1C-5AE9-45F5-0FCCF75F8DBE}"/>
                </a:ext>
              </a:extLst>
            </p:cNvPr>
            <p:cNvSpPr/>
            <p:nvPr/>
          </p:nvSpPr>
          <p:spPr>
            <a:xfrm>
              <a:off x="8183703" y="5038117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Software Engineering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Rechthoek: afgeronde hoeken 42">
              <a:extLst>
                <a:ext uri="{FF2B5EF4-FFF2-40B4-BE49-F238E27FC236}">
                  <a16:creationId xmlns:a16="http://schemas.microsoft.com/office/drawing/2014/main" id="{FEEBC3DF-65DB-35F8-98AD-1CBCEE4120B6}"/>
                </a:ext>
              </a:extLst>
            </p:cNvPr>
            <p:cNvSpPr/>
            <p:nvPr/>
          </p:nvSpPr>
          <p:spPr>
            <a:xfrm>
              <a:off x="1893204" y="5019150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Security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Rechthoek: afgeronde hoeken 43">
              <a:extLst>
                <a:ext uri="{FF2B5EF4-FFF2-40B4-BE49-F238E27FC236}">
                  <a16:creationId xmlns:a16="http://schemas.microsoft.com/office/drawing/2014/main" id="{F2940F19-D81B-3E91-88EB-5C03256056F9}"/>
                </a:ext>
              </a:extLst>
            </p:cNvPr>
            <p:cNvSpPr/>
            <p:nvPr/>
          </p:nvSpPr>
          <p:spPr>
            <a:xfrm>
              <a:off x="3151304" y="5024946"/>
              <a:ext cx="1204856" cy="632638"/>
            </a:xfrm>
            <a:prstGeom prst="roundRect">
              <a:avLst/>
            </a:prstGeom>
            <a:solidFill>
              <a:srgbClr val="FFF8E5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Data</a:t>
              </a:r>
              <a:r>
                <a:rPr lang="nl-BE" sz="14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Management</a:t>
              </a:r>
              <a:endParaRPr lang="en-BE" sz="1400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6" name="Rechthoek: afgeronde hoeken 44">
              <a:extLst>
                <a:ext uri="{FF2B5EF4-FFF2-40B4-BE49-F238E27FC236}">
                  <a16:creationId xmlns:a16="http://schemas.microsoft.com/office/drawing/2014/main" id="{A9DC158D-D4FA-5FA1-CA33-FFD6DAA09289}"/>
                </a:ext>
              </a:extLst>
            </p:cNvPr>
            <p:cNvSpPr/>
            <p:nvPr/>
          </p:nvSpPr>
          <p:spPr>
            <a:xfrm>
              <a:off x="4409404" y="5030742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DataOps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Rechthoek: afgeronde hoeken 45">
              <a:extLst>
                <a:ext uri="{FF2B5EF4-FFF2-40B4-BE49-F238E27FC236}">
                  <a16:creationId xmlns:a16="http://schemas.microsoft.com/office/drawing/2014/main" id="{AF06F1B5-8FF5-B466-7D65-D95198619C06}"/>
                </a:ext>
              </a:extLst>
            </p:cNvPr>
            <p:cNvSpPr/>
            <p:nvPr/>
          </p:nvSpPr>
          <p:spPr>
            <a:xfrm>
              <a:off x="5667504" y="503653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Architecture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Rechthoek: afgeronde hoeken 4">
              <a:extLst>
                <a:ext uri="{FF2B5EF4-FFF2-40B4-BE49-F238E27FC236}">
                  <a16:creationId xmlns:a16="http://schemas.microsoft.com/office/drawing/2014/main" id="{C387D03F-A0BE-BA46-E914-8A2DC998D8B0}"/>
                </a:ext>
              </a:extLst>
            </p:cNvPr>
            <p:cNvSpPr/>
            <p:nvPr/>
          </p:nvSpPr>
          <p:spPr>
            <a:xfrm>
              <a:off x="9441802" y="504334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Cost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 Management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E08049D-8DBD-9AC1-8524-555DF5368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406" y="5878691"/>
            <a:ext cx="359385" cy="359385"/>
          </a:xfrm>
          <a:prstGeom prst="rect">
            <a:avLst/>
          </a:prstGeom>
        </p:spPr>
      </p:pic>
      <p:sp>
        <p:nvSpPr>
          <p:cNvPr id="32" name="Tekstvak 41">
            <a:extLst>
              <a:ext uri="{FF2B5EF4-FFF2-40B4-BE49-F238E27FC236}">
                <a16:creationId xmlns:a16="http://schemas.microsoft.com/office/drawing/2014/main" id="{3B20353B-056F-6ADC-7F8E-D00B73472D25}"/>
              </a:ext>
            </a:extLst>
          </p:cNvPr>
          <p:cNvSpPr txBox="1"/>
          <p:nvPr/>
        </p:nvSpPr>
        <p:spPr>
          <a:xfrm>
            <a:off x="806791" y="5904495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Entra</a:t>
            </a:r>
            <a:r>
              <a:rPr lang="en-US" sz="1400" dirty="0"/>
              <a:t> ID</a:t>
            </a:r>
            <a:endParaRPr lang="en-US" sz="200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C78CE23-14F1-74AC-3AF7-7D4418F04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479" y="6328233"/>
            <a:ext cx="359385" cy="359385"/>
          </a:xfrm>
          <a:prstGeom prst="rect">
            <a:avLst/>
          </a:prstGeom>
        </p:spPr>
      </p:pic>
      <p:sp>
        <p:nvSpPr>
          <p:cNvPr id="34" name="Tekstvak 44">
            <a:extLst>
              <a:ext uri="{FF2B5EF4-FFF2-40B4-BE49-F238E27FC236}">
                <a16:creationId xmlns:a16="http://schemas.microsoft.com/office/drawing/2014/main" id="{2D3404E8-8F1D-4AE3-3562-6BD9A54AC169}"/>
              </a:ext>
            </a:extLst>
          </p:cNvPr>
          <p:cNvSpPr txBox="1"/>
          <p:nvPr/>
        </p:nvSpPr>
        <p:spPr>
          <a:xfrm>
            <a:off x="806791" y="6354037"/>
            <a:ext cx="990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Key Vault</a:t>
            </a:r>
            <a:endParaRPr lang="en-US" sz="2000" dirty="0"/>
          </a:p>
        </p:txBody>
      </p:sp>
      <p:sp>
        <p:nvSpPr>
          <p:cNvPr id="38" name="Rechthoek 52">
            <a:extLst>
              <a:ext uri="{FF2B5EF4-FFF2-40B4-BE49-F238E27FC236}">
                <a16:creationId xmlns:a16="http://schemas.microsoft.com/office/drawing/2014/main" id="{505DDFB4-7937-4986-795F-E40F3130921B}"/>
              </a:ext>
            </a:extLst>
          </p:cNvPr>
          <p:cNvSpPr/>
          <p:nvPr/>
        </p:nvSpPr>
        <p:spPr>
          <a:xfrm>
            <a:off x="4050201" y="5894807"/>
            <a:ext cx="861133" cy="327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kstvak 51">
            <a:extLst>
              <a:ext uri="{FF2B5EF4-FFF2-40B4-BE49-F238E27FC236}">
                <a16:creationId xmlns:a16="http://schemas.microsoft.com/office/drawing/2014/main" id="{EF404E25-F05D-C6DD-D242-BF579E8C4EC9}"/>
              </a:ext>
            </a:extLst>
          </p:cNvPr>
          <p:cNvSpPr txBox="1"/>
          <p:nvPr/>
        </p:nvSpPr>
        <p:spPr>
          <a:xfrm>
            <a:off x="4023805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0" name="Picture 2" descr="Azure Devops Logo PNG vector in SVG, PDF, AI, CDR format">
            <a:extLst>
              <a:ext uri="{FF2B5EF4-FFF2-40B4-BE49-F238E27FC236}">
                <a16:creationId xmlns:a16="http://schemas.microsoft.com/office/drawing/2014/main" id="{49DF96B7-F904-785B-FBF3-E22A32E77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175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Afbeelding 53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2724679F-1E83-2BF1-D0DD-4CC6267C08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377" y="5935744"/>
            <a:ext cx="244801" cy="245279"/>
          </a:xfrm>
          <a:prstGeom prst="rect">
            <a:avLst/>
          </a:prstGeom>
        </p:spPr>
      </p:pic>
      <p:sp>
        <p:nvSpPr>
          <p:cNvPr id="42" name="Tekstvak 54">
            <a:extLst>
              <a:ext uri="{FF2B5EF4-FFF2-40B4-BE49-F238E27FC236}">
                <a16:creationId xmlns:a16="http://schemas.microsoft.com/office/drawing/2014/main" id="{A873D263-2A32-C662-E9B9-26A3DFE74C46}"/>
              </a:ext>
            </a:extLst>
          </p:cNvPr>
          <p:cNvSpPr txBox="1"/>
          <p:nvPr/>
        </p:nvSpPr>
        <p:spPr>
          <a:xfrm>
            <a:off x="7207311" y="5904495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Factory</a:t>
            </a:r>
            <a:endParaRPr lang="en-US" sz="2000" dirty="0"/>
          </a:p>
        </p:txBody>
      </p:sp>
      <p:sp>
        <p:nvSpPr>
          <p:cNvPr id="43" name="Tekstvak 55">
            <a:extLst>
              <a:ext uri="{FF2B5EF4-FFF2-40B4-BE49-F238E27FC236}">
                <a16:creationId xmlns:a16="http://schemas.microsoft.com/office/drawing/2014/main" id="{6CA09944-DC59-00AC-1CA5-D7E86C4FA3C4}"/>
              </a:ext>
            </a:extLst>
          </p:cNvPr>
          <p:cNvSpPr txBox="1"/>
          <p:nvPr/>
        </p:nvSpPr>
        <p:spPr>
          <a:xfrm>
            <a:off x="8962287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4" name="Picture 2" descr="Azure Devops Logo PNG vector in SVG, PDF, AI, CDR format">
            <a:extLst>
              <a:ext uri="{FF2B5EF4-FFF2-40B4-BE49-F238E27FC236}">
                <a16:creationId xmlns:a16="http://schemas.microsoft.com/office/drawing/2014/main" id="{DE1EDACC-0F76-FDF3-2ACF-CB3B647CE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657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 descr="Azure Repos Logo PNG vector in SVG, PDF, AI, CDR format">
            <a:extLst>
              <a:ext uri="{FF2B5EF4-FFF2-40B4-BE49-F238E27FC236}">
                <a16:creationId xmlns:a16="http://schemas.microsoft.com/office/drawing/2014/main" id="{ABBA8645-7E5F-416A-FCB7-9F0C782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671" y="6319368"/>
            <a:ext cx="502432" cy="37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kstvak 58">
            <a:extLst>
              <a:ext uri="{FF2B5EF4-FFF2-40B4-BE49-F238E27FC236}">
                <a16:creationId xmlns:a16="http://schemas.microsoft.com/office/drawing/2014/main" id="{D1F91B39-4CBB-4B4A-AE25-40BB5F3FB154}"/>
              </a:ext>
            </a:extLst>
          </p:cNvPr>
          <p:cNvSpPr txBox="1"/>
          <p:nvPr/>
        </p:nvSpPr>
        <p:spPr>
          <a:xfrm>
            <a:off x="8962287" y="6354037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Repos</a:t>
            </a:r>
            <a:endParaRPr lang="en-US" sz="2000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1A94C140-F939-69BE-231F-0CBB24549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32884" y="5907433"/>
            <a:ext cx="301900" cy="301900"/>
          </a:xfrm>
          <a:prstGeom prst="rect">
            <a:avLst/>
          </a:prstGeom>
        </p:spPr>
      </p:pic>
      <p:sp>
        <p:nvSpPr>
          <p:cNvPr id="48" name="Tekstvak 1030">
            <a:extLst>
              <a:ext uri="{FF2B5EF4-FFF2-40B4-BE49-F238E27FC236}">
                <a16:creationId xmlns:a16="http://schemas.microsoft.com/office/drawing/2014/main" id="{0AFDDBEA-338B-15F2-8D37-DAD4E5C5EEC4}"/>
              </a:ext>
            </a:extLst>
          </p:cNvPr>
          <p:cNvSpPr txBox="1"/>
          <p:nvPr/>
        </p:nvSpPr>
        <p:spPr>
          <a:xfrm>
            <a:off x="10502097" y="5904495"/>
            <a:ext cx="172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Cost Management</a:t>
            </a:r>
            <a:endParaRPr lang="en-US" sz="2000" dirty="0"/>
          </a:p>
        </p:txBody>
      </p:sp>
      <p:pic>
        <p:nvPicPr>
          <p:cNvPr id="49" name="Afbeelding 1031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8EB57E82-898B-9977-D5CF-D8B8953FFC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003" y="6371130"/>
            <a:ext cx="273057" cy="273591"/>
          </a:xfrm>
          <a:prstGeom prst="rect">
            <a:avLst/>
          </a:prstGeom>
        </p:spPr>
      </p:pic>
      <p:sp>
        <p:nvSpPr>
          <p:cNvPr id="50" name="Tekstvak 1032">
            <a:extLst>
              <a:ext uri="{FF2B5EF4-FFF2-40B4-BE49-F238E27FC236}">
                <a16:creationId xmlns:a16="http://schemas.microsoft.com/office/drawing/2014/main" id="{54A61659-1658-845F-CF9A-524AC2784F48}"/>
              </a:ext>
            </a:extLst>
          </p:cNvPr>
          <p:cNvSpPr txBox="1"/>
          <p:nvPr/>
        </p:nvSpPr>
        <p:spPr>
          <a:xfrm>
            <a:off x="10515241" y="6354037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BI</a:t>
            </a:r>
            <a:endParaRPr lang="en-US" sz="2000" dirty="0"/>
          </a:p>
        </p:txBody>
      </p:sp>
      <p:pic>
        <p:nvPicPr>
          <p:cNvPr id="51" name="Picture 2" descr="Getting started with Terraform in DevOps - Aviator Blog">
            <a:extLst>
              <a:ext uri="{FF2B5EF4-FFF2-40B4-BE49-F238E27FC236}">
                <a16:creationId xmlns:a16="http://schemas.microsoft.com/office/drawing/2014/main" id="{49289B0E-F193-B521-0E5F-5C64A2A1A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675" y="6310058"/>
            <a:ext cx="527460" cy="39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kstvak 2">
            <a:extLst>
              <a:ext uri="{FF2B5EF4-FFF2-40B4-BE49-F238E27FC236}">
                <a16:creationId xmlns:a16="http://schemas.microsoft.com/office/drawing/2014/main" id="{27C0C6DE-12F9-1D32-82E1-9B9E86B0E0FB}"/>
              </a:ext>
            </a:extLst>
          </p:cNvPr>
          <p:cNvSpPr txBox="1"/>
          <p:nvPr/>
        </p:nvSpPr>
        <p:spPr>
          <a:xfrm>
            <a:off x="4008238" y="6354037"/>
            <a:ext cx="101931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Terraform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9611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494F8-00AE-F127-FF0A-08194CCD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we’re building a (simple) DWH</a:t>
            </a:r>
            <a:endParaRPr lang="nl-BE" dirty="0"/>
          </a:p>
        </p:txBody>
      </p:sp>
      <p:grpSp>
        <p:nvGrpSpPr>
          <p:cNvPr id="4" name="Groep 5">
            <a:extLst>
              <a:ext uri="{FF2B5EF4-FFF2-40B4-BE49-F238E27FC236}">
                <a16:creationId xmlns:a16="http://schemas.microsoft.com/office/drawing/2014/main" id="{3664F832-967D-29E6-D191-9553CCDA13FE}"/>
              </a:ext>
            </a:extLst>
          </p:cNvPr>
          <p:cNvGrpSpPr/>
          <p:nvPr/>
        </p:nvGrpSpPr>
        <p:grpSpPr>
          <a:xfrm>
            <a:off x="277355" y="1823343"/>
            <a:ext cx="11555650" cy="3977134"/>
            <a:chOff x="1893204" y="1698853"/>
            <a:chExt cx="8777518" cy="3977134"/>
          </a:xfrm>
        </p:grpSpPr>
        <p:sp>
          <p:nvSpPr>
            <p:cNvPr id="5" name="Rechthoek: afgeronde hoeken 12">
              <a:extLst>
                <a:ext uri="{FF2B5EF4-FFF2-40B4-BE49-F238E27FC236}">
                  <a16:creationId xmlns:a16="http://schemas.microsoft.com/office/drawing/2014/main" id="{F7BB3856-62D3-5962-E359-4ABBD215CA21}"/>
                </a:ext>
              </a:extLst>
            </p:cNvPr>
            <p:cNvSpPr/>
            <p:nvPr/>
          </p:nvSpPr>
          <p:spPr>
            <a:xfrm>
              <a:off x="4109106" y="1873525"/>
              <a:ext cx="4389120" cy="22027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2400" dirty="0">
                  <a:solidFill>
                    <a:schemeClr val="accent1">
                      <a:lumMod val="75000"/>
                    </a:schemeClr>
                  </a:solidFill>
                </a:rPr>
                <a:t>Data platform</a:t>
              </a:r>
              <a:endParaRPr lang="en-BE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Rechthoek: afgeronde hoeken 8">
              <a:extLst>
                <a:ext uri="{FF2B5EF4-FFF2-40B4-BE49-F238E27FC236}">
                  <a16:creationId xmlns:a16="http://schemas.microsoft.com/office/drawing/2014/main" id="{4E00AF17-9876-82AB-1918-075C7F65F512}"/>
                </a:ext>
              </a:extLst>
            </p:cNvPr>
            <p:cNvSpPr/>
            <p:nvPr/>
          </p:nvSpPr>
          <p:spPr>
            <a:xfrm>
              <a:off x="4466957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Ingestion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" name="Rechthoek: afgeronde hoeken 9">
              <a:extLst>
                <a:ext uri="{FF2B5EF4-FFF2-40B4-BE49-F238E27FC236}">
                  <a16:creationId xmlns:a16="http://schemas.microsoft.com/office/drawing/2014/main" id="{F7CA6D37-5A0E-6C1B-C947-7B1530D66106}"/>
                </a:ext>
              </a:extLst>
            </p:cNvPr>
            <p:cNvSpPr/>
            <p:nvPr/>
          </p:nvSpPr>
          <p:spPr>
            <a:xfrm>
              <a:off x="5701238" y="2376587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b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</a:br>
              <a:b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Transformation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Rechthoek: afgeronde hoeken 10">
              <a:extLst>
                <a:ext uri="{FF2B5EF4-FFF2-40B4-BE49-F238E27FC236}">
                  <a16:creationId xmlns:a16="http://schemas.microsoft.com/office/drawing/2014/main" id="{E5FD2761-A417-0059-78E3-0C3AD7E970DB}"/>
                </a:ext>
              </a:extLst>
            </p:cNvPr>
            <p:cNvSpPr/>
            <p:nvPr/>
          </p:nvSpPr>
          <p:spPr>
            <a:xfrm>
              <a:off x="6946277" y="2376586"/>
              <a:ext cx="1204856" cy="86061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Serving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" name="Rechthoek: afgeronde hoeken 11">
              <a:extLst>
                <a:ext uri="{FF2B5EF4-FFF2-40B4-BE49-F238E27FC236}">
                  <a16:creationId xmlns:a16="http://schemas.microsoft.com/office/drawing/2014/main" id="{EADF5B38-9D46-45F7-8020-08BD70667E4D}"/>
                </a:ext>
              </a:extLst>
            </p:cNvPr>
            <p:cNvSpPr/>
            <p:nvPr/>
          </p:nvSpPr>
          <p:spPr>
            <a:xfrm>
              <a:off x="4466957" y="3301747"/>
              <a:ext cx="3684176" cy="4518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dirty="0">
                  <a:solidFill>
                    <a:schemeClr val="accent1">
                      <a:lumMod val="75000"/>
                    </a:schemeClr>
                  </a:solidFill>
                </a:rPr>
                <a:t>Storage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hthoek: afgeronde hoeken 15">
              <a:extLst>
                <a:ext uri="{FF2B5EF4-FFF2-40B4-BE49-F238E27FC236}">
                  <a16:creationId xmlns:a16="http://schemas.microsoft.com/office/drawing/2014/main" id="{B76AAA08-7FF1-7051-6311-D6F65F380C92}"/>
                </a:ext>
              </a:extLst>
            </p:cNvPr>
            <p:cNvSpPr/>
            <p:nvPr/>
          </p:nvSpPr>
          <p:spPr>
            <a:xfrm>
              <a:off x="2292878" y="2631230"/>
              <a:ext cx="1204856" cy="86061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Sources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Pijl: rechts 16">
              <a:extLst>
                <a:ext uri="{FF2B5EF4-FFF2-40B4-BE49-F238E27FC236}">
                  <a16:creationId xmlns:a16="http://schemas.microsoft.com/office/drawing/2014/main" id="{821CDE74-FF22-0EDA-0F88-A74681F6AE57}"/>
                </a:ext>
              </a:extLst>
            </p:cNvPr>
            <p:cNvSpPr/>
            <p:nvPr/>
          </p:nvSpPr>
          <p:spPr>
            <a:xfrm>
              <a:off x="5513542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2" name="Pijl: rechts 17">
              <a:extLst>
                <a:ext uri="{FF2B5EF4-FFF2-40B4-BE49-F238E27FC236}">
                  <a16:creationId xmlns:a16="http://schemas.microsoft.com/office/drawing/2014/main" id="{E9CD2A38-989E-7936-674B-65D8793FD256}"/>
                </a:ext>
              </a:extLst>
            </p:cNvPr>
            <p:cNvSpPr/>
            <p:nvPr/>
          </p:nvSpPr>
          <p:spPr>
            <a:xfrm>
              <a:off x="6738489" y="3081211"/>
              <a:ext cx="356725" cy="753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3" name="Pijl: rechts 18">
              <a:extLst>
                <a:ext uri="{FF2B5EF4-FFF2-40B4-BE49-F238E27FC236}">
                  <a16:creationId xmlns:a16="http://schemas.microsoft.com/office/drawing/2014/main" id="{726DEB38-17C2-5326-C66B-5F56AB4B8D49}"/>
                </a:ext>
              </a:extLst>
            </p:cNvPr>
            <p:cNvSpPr/>
            <p:nvPr/>
          </p:nvSpPr>
          <p:spPr>
            <a:xfrm>
              <a:off x="3633368" y="304355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4" name="Pijl: rechts 19">
              <a:extLst>
                <a:ext uri="{FF2B5EF4-FFF2-40B4-BE49-F238E27FC236}">
                  <a16:creationId xmlns:a16="http://schemas.microsoft.com/office/drawing/2014/main" id="{C5C41FBE-B947-4D46-B17B-2A1153931DCE}"/>
                </a:ext>
              </a:extLst>
            </p:cNvPr>
            <p:cNvSpPr/>
            <p:nvPr/>
          </p:nvSpPr>
          <p:spPr>
            <a:xfrm>
              <a:off x="8655881" y="2172189"/>
              <a:ext cx="356725" cy="7530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BE"/>
            </a:p>
          </p:txBody>
        </p:sp>
        <p:sp>
          <p:nvSpPr>
            <p:cNvPr id="17" name="Rechthoek: afgeronde hoeken 22">
              <a:extLst>
                <a:ext uri="{FF2B5EF4-FFF2-40B4-BE49-F238E27FC236}">
                  <a16:creationId xmlns:a16="http://schemas.microsoft.com/office/drawing/2014/main" id="{085BF53F-F099-C02E-83EB-3ECBE5CAA2B0}"/>
                </a:ext>
              </a:extLst>
            </p:cNvPr>
            <p:cNvSpPr/>
            <p:nvPr/>
          </p:nvSpPr>
          <p:spPr>
            <a:xfrm>
              <a:off x="9170262" y="1698853"/>
              <a:ext cx="1204856" cy="8606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Analytics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0" name="Rechte verbindingslijn 26">
              <a:extLst>
                <a:ext uri="{FF2B5EF4-FFF2-40B4-BE49-F238E27FC236}">
                  <a16:creationId xmlns:a16="http://schemas.microsoft.com/office/drawing/2014/main" id="{C8CA1C31-93FD-0C72-AE8B-F72E3B77D7C6}"/>
                </a:ext>
              </a:extLst>
            </p:cNvPr>
            <p:cNvCxnSpPr>
              <a:cxnSpLocks/>
            </p:cNvCxnSpPr>
            <p:nvPr/>
          </p:nvCxnSpPr>
          <p:spPr>
            <a:xfrm>
              <a:off x="1893233" y="4580631"/>
              <a:ext cx="8777489" cy="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kstvak 28">
              <a:extLst>
                <a:ext uri="{FF2B5EF4-FFF2-40B4-BE49-F238E27FC236}">
                  <a16:creationId xmlns:a16="http://schemas.microsoft.com/office/drawing/2014/main" id="{15CE7A8B-77D3-4A14-F34B-F9B87DE3D83B}"/>
                </a:ext>
              </a:extLst>
            </p:cNvPr>
            <p:cNvSpPr txBox="1"/>
            <p:nvPr/>
          </p:nvSpPr>
          <p:spPr>
            <a:xfrm>
              <a:off x="5614260" y="4596252"/>
              <a:ext cx="1742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dirty="0" err="1">
                  <a:solidFill>
                    <a:schemeClr val="accent1">
                      <a:lumMod val="75000"/>
                    </a:schemeClr>
                  </a:solidFill>
                </a:rPr>
                <a:t>Undercurrents</a:t>
              </a:r>
              <a:endParaRPr lang="en-B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Rechthoek: afgeronde hoeken 39">
              <a:extLst>
                <a:ext uri="{FF2B5EF4-FFF2-40B4-BE49-F238E27FC236}">
                  <a16:creationId xmlns:a16="http://schemas.microsoft.com/office/drawing/2014/main" id="{005A3E5C-4E6B-ED82-9EF6-50F9289F97B8}"/>
                </a:ext>
              </a:extLst>
            </p:cNvPr>
            <p:cNvSpPr/>
            <p:nvPr/>
          </p:nvSpPr>
          <p:spPr>
            <a:xfrm>
              <a:off x="6925604" y="5032321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Orchestration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Rechthoek: afgeronde hoeken 40">
              <a:extLst>
                <a:ext uri="{FF2B5EF4-FFF2-40B4-BE49-F238E27FC236}">
                  <a16:creationId xmlns:a16="http://schemas.microsoft.com/office/drawing/2014/main" id="{C8D3EB74-8D1C-5AE9-45F5-0FCCF75F8DBE}"/>
                </a:ext>
              </a:extLst>
            </p:cNvPr>
            <p:cNvSpPr/>
            <p:nvPr/>
          </p:nvSpPr>
          <p:spPr>
            <a:xfrm>
              <a:off x="8183703" y="5038117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Software Engineering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Rechthoek: afgeronde hoeken 42">
              <a:extLst>
                <a:ext uri="{FF2B5EF4-FFF2-40B4-BE49-F238E27FC236}">
                  <a16:creationId xmlns:a16="http://schemas.microsoft.com/office/drawing/2014/main" id="{FEEBC3DF-65DB-35F8-98AD-1CBCEE4120B6}"/>
                </a:ext>
              </a:extLst>
            </p:cNvPr>
            <p:cNvSpPr/>
            <p:nvPr/>
          </p:nvSpPr>
          <p:spPr>
            <a:xfrm>
              <a:off x="1893204" y="5019150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Security</a:t>
              </a:r>
              <a:endParaRPr lang="en-BE"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Rechthoek: afgeronde hoeken 43">
              <a:extLst>
                <a:ext uri="{FF2B5EF4-FFF2-40B4-BE49-F238E27FC236}">
                  <a16:creationId xmlns:a16="http://schemas.microsoft.com/office/drawing/2014/main" id="{F2940F19-D81B-3E91-88EB-5C03256056F9}"/>
                </a:ext>
              </a:extLst>
            </p:cNvPr>
            <p:cNvSpPr/>
            <p:nvPr/>
          </p:nvSpPr>
          <p:spPr>
            <a:xfrm>
              <a:off x="3151304" y="5024946"/>
              <a:ext cx="1204856" cy="632638"/>
            </a:xfrm>
            <a:prstGeom prst="roundRect">
              <a:avLst/>
            </a:prstGeom>
            <a:solidFill>
              <a:srgbClr val="FFF8E5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Data</a:t>
              </a:r>
              <a:r>
                <a:rPr lang="nl-BE" sz="14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nl-BE" sz="160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Management</a:t>
              </a:r>
              <a:endParaRPr lang="en-BE" sz="1400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6" name="Rechthoek: afgeronde hoeken 44">
              <a:extLst>
                <a:ext uri="{FF2B5EF4-FFF2-40B4-BE49-F238E27FC236}">
                  <a16:creationId xmlns:a16="http://schemas.microsoft.com/office/drawing/2014/main" id="{A9DC158D-D4FA-5FA1-CA33-FFD6DAA09289}"/>
                </a:ext>
              </a:extLst>
            </p:cNvPr>
            <p:cNvSpPr/>
            <p:nvPr/>
          </p:nvSpPr>
          <p:spPr>
            <a:xfrm>
              <a:off x="4409404" y="5030742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DataOps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7" name="Rechthoek: afgeronde hoeken 45">
              <a:extLst>
                <a:ext uri="{FF2B5EF4-FFF2-40B4-BE49-F238E27FC236}">
                  <a16:creationId xmlns:a16="http://schemas.microsoft.com/office/drawing/2014/main" id="{AF06F1B5-8FF5-B466-7D65-D95198619C06}"/>
                </a:ext>
              </a:extLst>
            </p:cNvPr>
            <p:cNvSpPr/>
            <p:nvPr/>
          </p:nvSpPr>
          <p:spPr>
            <a:xfrm>
              <a:off x="5667504" y="503653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Data Architecture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Rechthoek: afgeronde hoeken 4">
              <a:extLst>
                <a:ext uri="{FF2B5EF4-FFF2-40B4-BE49-F238E27FC236}">
                  <a16:creationId xmlns:a16="http://schemas.microsoft.com/office/drawing/2014/main" id="{C387D03F-A0BE-BA46-E914-8A2DC998D8B0}"/>
                </a:ext>
              </a:extLst>
            </p:cNvPr>
            <p:cNvSpPr/>
            <p:nvPr/>
          </p:nvSpPr>
          <p:spPr>
            <a:xfrm>
              <a:off x="9441802" y="5043349"/>
              <a:ext cx="1204856" cy="63263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" rIns="3600" rtlCol="0" anchor="ctr"/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nl-BE" sz="1600" dirty="0" err="1">
                  <a:solidFill>
                    <a:schemeClr val="accent1">
                      <a:lumMod val="75000"/>
                    </a:schemeClr>
                  </a:solidFill>
                </a:rPr>
                <a:t>Cost</a:t>
              </a:r>
              <a:r>
                <a:rPr lang="nl-BE" sz="1600" dirty="0">
                  <a:solidFill>
                    <a:schemeClr val="accent1">
                      <a:lumMod val="75000"/>
                    </a:schemeClr>
                  </a:solidFill>
                </a:rPr>
                <a:t> Management</a:t>
              </a:r>
              <a:endParaRPr lang="en-BE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E08049D-8DBD-9AC1-8524-555DF5368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406" y="5878691"/>
            <a:ext cx="359385" cy="359385"/>
          </a:xfrm>
          <a:prstGeom prst="rect">
            <a:avLst/>
          </a:prstGeom>
        </p:spPr>
      </p:pic>
      <p:sp>
        <p:nvSpPr>
          <p:cNvPr id="32" name="Tekstvak 41">
            <a:extLst>
              <a:ext uri="{FF2B5EF4-FFF2-40B4-BE49-F238E27FC236}">
                <a16:creationId xmlns:a16="http://schemas.microsoft.com/office/drawing/2014/main" id="{3B20353B-056F-6ADC-7F8E-D00B73472D25}"/>
              </a:ext>
            </a:extLst>
          </p:cNvPr>
          <p:cNvSpPr txBox="1"/>
          <p:nvPr/>
        </p:nvSpPr>
        <p:spPr>
          <a:xfrm>
            <a:off x="806791" y="5904495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Entra</a:t>
            </a:r>
            <a:r>
              <a:rPr lang="en-US" sz="1400" dirty="0"/>
              <a:t> ID</a:t>
            </a:r>
            <a:endParaRPr lang="en-US" sz="200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C78CE23-14F1-74AC-3AF7-7D4418F04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479" y="6328233"/>
            <a:ext cx="359385" cy="359385"/>
          </a:xfrm>
          <a:prstGeom prst="rect">
            <a:avLst/>
          </a:prstGeom>
        </p:spPr>
      </p:pic>
      <p:sp>
        <p:nvSpPr>
          <p:cNvPr id="34" name="Tekstvak 44">
            <a:extLst>
              <a:ext uri="{FF2B5EF4-FFF2-40B4-BE49-F238E27FC236}">
                <a16:creationId xmlns:a16="http://schemas.microsoft.com/office/drawing/2014/main" id="{2D3404E8-8F1D-4AE3-3562-6BD9A54AC169}"/>
              </a:ext>
            </a:extLst>
          </p:cNvPr>
          <p:cNvSpPr txBox="1"/>
          <p:nvPr/>
        </p:nvSpPr>
        <p:spPr>
          <a:xfrm>
            <a:off x="806791" y="6354037"/>
            <a:ext cx="990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Key Vault</a:t>
            </a:r>
            <a:endParaRPr lang="en-US" sz="2000" dirty="0"/>
          </a:p>
        </p:txBody>
      </p:sp>
      <p:sp>
        <p:nvSpPr>
          <p:cNvPr id="38" name="Rechthoek 52">
            <a:extLst>
              <a:ext uri="{FF2B5EF4-FFF2-40B4-BE49-F238E27FC236}">
                <a16:creationId xmlns:a16="http://schemas.microsoft.com/office/drawing/2014/main" id="{505DDFB4-7937-4986-795F-E40F3130921B}"/>
              </a:ext>
            </a:extLst>
          </p:cNvPr>
          <p:cNvSpPr/>
          <p:nvPr/>
        </p:nvSpPr>
        <p:spPr>
          <a:xfrm>
            <a:off x="4050201" y="5894807"/>
            <a:ext cx="861133" cy="327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kstvak 51">
            <a:extLst>
              <a:ext uri="{FF2B5EF4-FFF2-40B4-BE49-F238E27FC236}">
                <a16:creationId xmlns:a16="http://schemas.microsoft.com/office/drawing/2014/main" id="{EF404E25-F05D-C6DD-D242-BF579E8C4EC9}"/>
              </a:ext>
            </a:extLst>
          </p:cNvPr>
          <p:cNvSpPr txBox="1"/>
          <p:nvPr/>
        </p:nvSpPr>
        <p:spPr>
          <a:xfrm>
            <a:off x="4023805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0" name="Picture 2" descr="Azure Devops Logo PNG vector in SVG, PDF, AI, CDR format">
            <a:extLst>
              <a:ext uri="{FF2B5EF4-FFF2-40B4-BE49-F238E27FC236}">
                <a16:creationId xmlns:a16="http://schemas.microsoft.com/office/drawing/2014/main" id="{49DF96B7-F904-785B-FBF3-E22A32E77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175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kstvak 54">
            <a:extLst>
              <a:ext uri="{FF2B5EF4-FFF2-40B4-BE49-F238E27FC236}">
                <a16:creationId xmlns:a16="http://schemas.microsoft.com/office/drawing/2014/main" id="{A873D263-2A32-C662-E9B9-26A3DFE74C46}"/>
              </a:ext>
            </a:extLst>
          </p:cNvPr>
          <p:cNvSpPr txBox="1"/>
          <p:nvPr/>
        </p:nvSpPr>
        <p:spPr>
          <a:xfrm>
            <a:off x="7207311" y="5904495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Factory</a:t>
            </a:r>
            <a:endParaRPr lang="en-US" sz="2000" dirty="0"/>
          </a:p>
        </p:txBody>
      </p:sp>
      <p:sp>
        <p:nvSpPr>
          <p:cNvPr id="43" name="Tekstvak 55">
            <a:extLst>
              <a:ext uri="{FF2B5EF4-FFF2-40B4-BE49-F238E27FC236}">
                <a16:creationId xmlns:a16="http://schemas.microsoft.com/office/drawing/2014/main" id="{6CA09944-DC59-00AC-1CA5-D7E86C4FA3C4}"/>
              </a:ext>
            </a:extLst>
          </p:cNvPr>
          <p:cNvSpPr txBox="1"/>
          <p:nvPr/>
        </p:nvSpPr>
        <p:spPr>
          <a:xfrm>
            <a:off x="8962287" y="5904495"/>
            <a:ext cx="8611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DevOps</a:t>
            </a:r>
            <a:endParaRPr lang="en-US" sz="2000" dirty="0"/>
          </a:p>
        </p:txBody>
      </p:sp>
      <p:pic>
        <p:nvPicPr>
          <p:cNvPr id="44" name="Picture 2" descr="Azure Devops Logo PNG vector in SVG, PDF, AI, CDR format">
            <a:extLst>
              <a:ext uri="{FF2B5EF4-FFF2-40B4-BE49-F238E27FC236}">
                <a16:creationId xmlns:a16="http://schemas.microsoft.com/office/drawing/2014/main" id="{DE1EDACC-0F76-FDF3-2ACF-CB3B647CE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657" y="5875820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 descr="Azure Repos Logo PNG vector in SVG, PDF, AI, CDR format">
            <a:extLst>
              <a:ext uri="{FF2B5EF4-FFF2-40B4-BE49-F238E27FC236}">
                <a16:creationId xmlns:a16="http://schemas.microsoft.com/office/drawing/2014/main" id="{ABBA8645-7E5F-416A-FCB7-9F0C782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671" y="6319368"/>
            <a:ext cx="502432" cy="37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kstvak 58">
            <a:extLst>
              <a:ext uri="{FF2B5EF4-FFF2-40B4-BE49-F238E27FC236}">
                <a16:creationId xmlns:a16="http://schemas.microsoft.com/office/drawing/2014/main" id="{D1F91B39-4CBB-4B4A-AE25-40BB5F3FB154}"/>
              </a:ext>
            </a:extLst>
          </p:cNvPr>
          <p:cNvSpPr txBox="1"/>
          <p:nvPr/>
        </p:nvSpPr>
        <p:spPr>
          <a:xfrm>
            <a:off x="8962287" y="6354037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Repos</a:t>
            </a:r>
            <a:endParaRPr lang="en-US" sz="2000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1A94C140-F939-69BE-231F-0CBB24549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32884" y="5907433"/>
            <a:ext cx="301900" cy="301900"/>
          </a:xfrm>
          <a:prstGeom prst="rect">
            <a:avLst/>
          </a:prstGeom>
        </p:spPr>
      </p:pic>
      <p:sp>
        <p:nvSpPr>
          <p:cNvPr id="48" name="Tekstvak 1030">
            <a:extLst>
              <a:ext uri="{FF2B5EF4-FFF2-40B4-BE49-F238E27FC236}">
                <a16:creationId xmlns:a16="http://schemas.microsoft.com/office/drawing/2014/main" id="{0AFDDBEA-338B-15F2-8D37-DAD4E5C5EEC4}"/>
              </a:ext>
            </a:extLst>
          </p:cNvPr>
          <p:cNvSpPr txBox="1"/>
          <p:nvPr/>
        </p:nvSpPr>
        <p:spPr>
          <a:xfrm>
            <a:off x="10502097" y="5904495"/>
            <a:ext cx="172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Cost Management</a:t>
            </a:r>
            <a:endParaRPr lang="en-US" sz="2000" dirty="0"/>
          </a:p>
        </p:txBody>
      </p:sp>
      <p:pic>
        <p:nvPicPr>
          <p:cNvPr id="49" name="Afbeelding 1031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8EB57E82-898B-9977-D5CF-D8B8953FFC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003" y="6371130"/>
            <a:ext cx="273057" cy="273591"/>
          </a:xfrm>
          <a:prstGeom prst="rect">
            <a:avLst/>
          </a:prstGeom>
        </p:spPr>
      </p:pic>
      <p:sp>
        <p:nvSpPr>
          <p:cNvPr id="50" name="Tekstvak 1032">
            <a:extLst>
              <a:ext uri="{FF2B5EF4-FFF2-40B4-BE49-F238E27FC236}">
                <a16:creationId xmlns:a16="http://schemas.microsoft.com/office/drawing/2014/main" id="{54A61659-1658-845F-CF9A-524AC2784F48}"/>
              </a:ext>
            </a:extLst>
          </p:cNvPr>
          <p:cNvSpPr txBox="1"/>
          <p:nvPr/>
        </p:nvSpPr>
        <p:spPr>
          <a:xfrm>
            <a:off x="10515241" y="6354037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BI</a:t>
            </a:r>
            <a:endParaRPr lang="en-US" sz="2000" dirty="0"/>
          </a:p>
        </p:txBody>
      </p:sp>
      <p:pic>
        <p:nvPicPr>
          <p:cNvPr id="51" name="Picture 2" descr="Getting started with Terraform in DevOps - Aviator Blog">
            <a:extLst>
              <a:ext uri="{FF2B5EF4-FFF2-40B4-BE49-F238E27FC236}">
                <a16:creationId xmlns:a16="http://schemas.microsoft.com/office/drawing/2014/main" id="{49289B0E-F193-B521-0E5F-5C64A2A1A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675" y="6310058"/>
            <a:ext cx="527460" cy="39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kstvak 2">
            <a:extLst>
              <a:ext uri="{FF2B5EF4-FFF2-40B4-BE49-F238E27FC236}">
                <a16:creationId xmlns:a16="http://schemas.microsoft.com/office/drawing/2014/main" id="{27C0C6DE-12F9-1D32-82E1-9B9E86B0E0FB}"/>
              </a:ext>
            </a:extLst>
          </p:cNvPr>
          <p:cNvSpPr txBox="1"/>
          <p:nvPr/>
        </p:nvSpPr>
        <p:spPr>
          <a:xfrm>
            <a:off x="4008238" y="6354037"/>
            <a:ext cx="101931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Terraform</a:t>
            </a:r>
            <a:endParaRPr lang="en-US" sz="20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48AB70E-5B9D-D7A2-E096-E515FC4A78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713" y="3349530"/>
            <a:ext cx="572794" cy="572794"/>
          </a:xfrm>
          <a:prstGeom prst="rect">
            <a:avLst/>
          </a:prstGeom>
        </p:spPr>
      </p:pic>
      <p:pic>
        <p:nvPicPr>
          <p:cNvPr id="16" name="Picture 6" descr="SharePoint Online | Thomas-Krenn.AG">
            <a:extLst>
              <a:ext uri="{FF2B5EF4-FFF2-40B4-BE49-F238E27FC236}">
                <a16:creationId xmlns:a16="http://schemas.microsoft.com/office/drawing/2014/main" id="{AD43268F-F591-611B-DC90-92A8D9F3A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2" t="10449" r="17798" b="12381"/>
          <a:stretch/>
        </p:blipFill>
        <p:spPr bwMode="auto">
          <a:xfrm>
            <a:off x="1531548" y="3738472"/>
            <a:ext cx="732386" cy="65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Exact Online – Syneton">
            <a:extLst>
              <a:ext uri="{FF2B5EF4-FFF2-40B4-BE49-F238E27FC236}">
                <a16:creationId xmlns:a16="http://schemas.microsoft.com/office/drawing/2014/main" id="{304BDB6B-D144-CBA6-D863-494975AD4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59" b="26410"/>
          <a:stretch/>
        </p:blipFill>
        <p:spPr bwMode="auto">
          <a:xfrm>
            <a:off x="1158133" y="1441849"/>
            <a:ext cx="1055232" cy="51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AFAS Software Integratie voor geavanceerde planning - Timewax">
            <a:extLst>
              <a:ext uri="{FF2B5EF4-FFF2-40B4-BE49-F238E27FC236}">
                <a16:creationId xmlns:a16="http://schemas.microsoft.com/office/drawing/2014/main" id="{A4F3DA49-3954-AEBF-A7D1-A18626E4AC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98" b="23999"/>
          <a:stretch/>
        </p:blipFill>
        <p:spPr bwMode="auto">
          <a:xfrm>
            <a:off x="606171" y="1827456"/>
            <a:ext cx="1055232" cy="54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57C83A6-978F-A6F3-455D-95A5DF33D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339" y="3642135"/>
            <a:ext cx="572794" cy="572794"/>
          </a:xfrm>
          <a:prstGeom prst="rect">
            <a:avLst/>
          </a:prstGeom>
        </p:spPr>
      </p:pic>
      <p:pic>
        <p:nvPicPr>
          <p:cNvPr id="3074" name="Picture 2" descr="What is Microsoft CRM Dynamics 365? | TechRadar">
            <a:extLst>
              <a:ext uri="{FF2B5EF4-FFF2-40B4-BE49-F238E27FC236}">
                <a16:creationId xmlns:a16="http://schemas.microsoft.com/office/drawing/2014/main" id="{9F41EAB6-3171-47AE-2F65-E06B80D61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2" t="20232" r="6922" b="20489"/>
          <a:stretch/>
        </p:blipFill>
        <p:spPr bwMode="auto">
          <a:xfrm>
            <a:off x="1602021" y="2061247"/>
            <a:ext cx="1488803" cy="57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Afbeelding 13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A27A6A5E-E5E2-23BD-994D-1CD39DF5F8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109" y="2773336"/>
            <a:ext cx="587204" cy="58835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6460BD68-7B16-2257-F3C8-5A463BCCB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04255" y="3524615"/>
            <a:ext cx="572794" cy="572794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EED50FA-3537-8E06-E354-B526AE2F7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0124" y="2516610"/>
            <a:ext cx="572794" cy="572794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70C85BD-C397-E62C-9906-1D28F3FD2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8568" y="2402536"/>
            <a:ext cx="483185" cy="483185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D64791F-7C0C-4296-9F2B-C28FFA731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43269" y="2338944"/>
            <a:ext cx="544528" cy="5445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8075621-5ACF-975C-8410-24E1791FE2FF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32368" t="16434" r="33020" b="12217"/>
          <a:stretch/>
        </p:blipFill>
        <p:spPr>
          <a:xfrm>
            <a:off x="5858808" y="2531505"/>
            <a:ext cx="464051" cy="55258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CAB3D931-7F89-EAD7-EFAC-E48A8B5EC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44573" y="2420918"/>
            <a:ext cx="396000" cy="396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F1D1BD74-835D-1805-6715-ED4948694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69262" y="5882492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2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564521-D1CF-0E55-896D-6CFD4A02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ingest</a:t>
            </a:r>
            <a:endParaRPr lang="nl-B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253A81-FD6A-4242-9334-1E62453B9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806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81309E-040C-B2FD-263C-FCDB9D20F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Data Factory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7E5BC-8CC4-4108-D33B-CC02534A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2" y="2355574"/>
            <a:ext cx="11018376" cy="28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8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45CB2F-A918-26E1-3416-7B35EC26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driven</a:t>
            </a:r>
            <a:endParaRPr lang="nl-BE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C1FBFC-C9B5-4C54-D3A9-B1060BF40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/>
              <a:t>develop something once</a:t>
            </a:r>
          </a:p>
          <a:p>
            <a:pPr marL="0" indent="0">
              <a:buNone/>
            </a:pPr>
            <a:r>
              <a:rPr lang="en-US" sz="3600" dirty="0"/>
              <a:t>	(for example, a connection to your ERP 	 	 system)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/>
          </a:p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parameterize it</a:t>
            </a:r>
          </a:p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new table/file/REST endpoint? Just add </a:t>
            </a:r>
            <a:r>
              <a:rPr lang="en-US" sz="3600" b="1" dirty="0"/>
              <a:t>metadata</a:t>
            </a:r>
          </a:p>
          <a:p>
            <a:pPr marL="742950" indent="-742950">
              <a:buFont typeface="+mj-lt"/>
              <a:buAutoNum type="arabicPeriod" startAt="2"/>
            </a:pPr>
            <a:r>
              <a:rPr lang="en-US" sz="3600" dirty="0"/>
              <a:t>try to get metadata of the source programmatically </a:t>
            </a:r>
          </a:p>
        </p:txBody>
      </p:sp>
    </p:spTree>
    <p:extLst>
      <p:ext uri="{BB962C8B-B14F-4D97-AF65-F5344CB8AC3E}">
        <p14:creationId xmlns:p14="http://schemas.microsoft.com/office/powerpoint/2010/main" val="242430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20F31D-0130-46CE-BD74-AF2DA2AF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 everything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A2B00-4226-44A4-BE6E-D4813C40C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16" y="1414673"/>
            <a:ext cx="6904318" cy="4961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A2EBAD-69FA-41DF-A9A8-EC53EF371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721"/>
          <a:stretch/>
        </p:blipFill>
        <p:spPr>
          <a:xfrm>
            <a:off x="5318481" y="4152900"/>
            <a:ext cx="6431837" cy="20537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3DE0DF-DB67-48A8-8220-587ABF5E2286}"/>
              </a:ext>
            </a:extLst>
          </p:cNvPr>
          <p:cNvCxnSpPr>
            <a:cxnSpLocks/>
          </p:cNvCxnSpPr>
          <p:nvPr/>
        </p:nvCxnSpPr>
        <p:spPr>
          <a:xfrm>
            <a:off x="5076092" y="2099182"/>
            <a:ext cx="0" cy="124189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1EA53D-37A2-4EBC-ACF6-98C3F4E53963}"/>
              </a:ext>
            </a:extLst>
          </p:cNvPr>
          <p:cNvCxnSpPr>
            <a:cxnSpLocks/>
          </p:cNvCxnSpPr>
          <p:nvPr/>
        </p:nvCxnSpPr>
        <p:spPr>
          <a:xfrm flipH="1">
            <a:off x="2672862" y="2099182"/>
            <a:ext cx="2403230" cy="2053718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8177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019D-7122-4376-8DA1-EB6B4430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 everything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DB4D39-914F-4FB6-951D-F673BF8AD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28" y="1706816"/>
            <a:ext cx="8222693" cy="1463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5F1F79-48B3-498F-AB79-94FD0E6A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28" y="3688018"/>
            <a:ext cx="4564776" cy="297967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06D64C-C664-4B80-A969-6EF0920F15C7}"/>
              </a:ext>
            </a:extLst>
          </p:cNvPr>
          <p:cNvCxnSpPr>
            <a:cxnSpLocks/>
          </p:cNvCxnSpPr>
          <p:nvPr/>
        </p:nvCxnSpPr>
        <p:spPr>
          <a:xfrm flipV="1">
            <a:off x="5603631" y="2977442"/>
            <a:ext cx="273294" cy="1078743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119B61-2193-4FC9-8454-69154CBA0224}"/>
              </a:ext>
            </a:extLst>
          </p:cNvPr>
          <p:cNvCxnSpPr>
            <a:cxnSpLocks/>
          </p:cNvCxnSpPr>
          <p:nvPr/>
        </p:nvCxnSpPr>
        <p:spPr>
          <a:xfrm flipH="1" flipV="1">
            <a:off x="3681046" y="2860431"/>
            <a:ext cx="1922585" cy="1195754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55249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43984-E13E-4375-80E3-654D786E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metadata &amp; loop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442AF-7937-4554-B923-4A34F781A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83" y="2977442"/>
            <a:ext cx="4541914" cy="168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26214D-0ED8-4E3D-B0C3-F66A13786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883" y="1733342"/>
            <a:ext cx="6393734" cy="480101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FD5C82-2289-472F-907B-E77E2C6C7C3E}"/>
              </a:ext>
            </a:extLst>
          </p:cNvPr>
          <p:cNvCxnSpPr>
            <a:cxnSpLocks/>
          </p:cNvCxnSpPr>
          <p:nvPr/>
        </p:nvCxnSpPr>
        <p:spPr>
          <a:xfrm flipV="1">
            <a:off x="3876675" y="2977442"/>
            <a:ext cx="2000250" cy="1180220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78A532E-3599-42FF-9D21-0B823600FC1F}"/>
              </a:ext>
            </a:extLst>
          </p:cNvPr>
          <p:cNvSpPr txBox="1"/>
          <p:nvPr/>
        </p:nvSpPr>
        <p:spPr>
          <a:xfrm>
            <a:off x="8794505" y="4661608"/>
            <a:ext cx="2846509" cy="117674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464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1D3D-B4D2-47EE-9C2D-B55367F9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parameters at runtime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CADBA-4BF2-4F20-9A86-C998FD04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7" y="1495276"/>
            <a:ext cx="5799323" cy="3429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19E5FB-CF9C-41AE-BA6B-1B0E0CEEE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637" y="4785180"/>
            <a:ext cx="5707875" cy="20728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E39FB2-EDD9-4181-B7DC-1EF439F469E8}"/>
              </a:ext>
            </a:extLst>
          </p:cNvPr>
          <p:cNvCxnSpPr>
            <a:cxnSpLocks/>
          </p:cNvCxnSpPr>
          <p:nvPr/>
        </p:nvCxnSpPr>
        <p:spPr>
          <a:xfrm flipV="1">
            <a:off x="2838450" y="4785180"/>
            <a:ext cx="0" cy="82504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7A74DA-4F10-4C36-8A95-DED29E7C06E3}"/>
              </a:ext>
            </a:extLst>
          </p:cNvPr>
          <p:cNvSpPr txBox="1"/>
          <p:nvPr/>
        </p:nvSpPr>
        <p:spPr>
          <a:xfrm>
            <a:off x="1049530" y="5686425"/>
            <a:ext cx="3577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use dynamic content</a:t>
            </a:r>
            <a:endParaRPr lang="nl-BE" sz="2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0860C2-E349-4A66-AA18-3F90993F4C60}"/>
              </a:ext>
            </a:extLst>
          </p:cNvPr>
          <p:cNvCxnSpPr>
            <a:cxnSpLocks/>
          </p:cNvCxnSpPr>
          <p:nvPr/>
        </p:nvCxnSpPr>
        <p:spPr>
          <a:xfrm flipH="1">
            <a:off x="7800975" y="3738265"/>
            <a:ext cx="1181100" cy="230058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971B56-C51B-4B9E-B9CB-2AA441125B86}"/>
              </a:ext>
            </a:extLst>
          </p:cNvPr>
          <p:cNvSpPr txBox="1"/>
          <p:nvPr/>
        </p:nvSpPr>
        <p:spPr>
          <a:xfrm>
            <a:off x="7383654" y="2425094"/>
            <a:ext cx="39701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 need for mapping in simple use cases</a:t>
            </a:r>
          </a:p>
          <a:p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 use same column names!</a:t>
            </a:r>
            <a:endParaRPr lang="nl-BE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0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42F1-FBFD-4B97-3B23-6D517BB8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</a:t>
            </a: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C0F60-1765-D86F-376C-0F03BE4CC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59" y="1182387"/>
            <a:ext cx="9586791" cy="5387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ACB451-40C1-8A36-2F7F-925EE4C3CBFE}"/>
              </a:ext>
            </a:extLst>
          </p:cNvPr>
          <p:cNvSpPr txBox="1"/>
          <p:nvPr/>
        </p:nvSpPr>
        <p:spPr>
          <a:xfrm>
            <a:off x="5370654" y="701463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https://youtube.com/watch?v=Fct1dcZMyWs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37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118D94C-15E2-B492-548E-21D591FF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to remember</a:t>
            </a:r>
            <a:endParaRPr lang="nl-BE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925C7F-DC41-244E-985A-B5DACDDC487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56085"/>
            <a:ext cx="10515600" cy="4719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ALL ACTIVITIES ARE PRO-RATED BY THE </a:t>
            </a:r>
            <a:r>
              <a:rPr lang="en-US" sz="7200" b="1" dirty="0"/>
              <a:t>MINUTE</a:t>
            </a:r>
          </a:p>
          <a:p>
            <a:pPr marL="0" indent="0">
              <a:buNone/>
            </a:pPr>
            <a:r>
              <a:rPr lang="en-US" sz="7200" dirty="0"/>
              <a:t>AND ROUNDED </a:t>
            </a:r>
            <a:r>
              <a:rPr lang="en-US" sz="7200" b="1" dirty="0"/>
              <a:t>UP</a:t>
            </a:r>
            <a:endParaRPr lang="nl-BE" sz="7200" b="1" dirty="0"/>
          </a:p>
        </p:txBody>
      </p:sp>
    </p:spTree>
    <p:extLst>
      <p:ext uri="{BB962C8B-B14F-4D97-AF65-F5344CB8AC3E}">
        <p14:creationId xmlns:p14="http://schemas.microsoft.com/office/powerpoint/2010/main" val="149177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557147-512F-08EE-F1A7-0E77A962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17515-57BD-2EEA-21F2-5FF4FC5FC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61" y="1477654"/>
            <a:ext cx="7232007" cy="493818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EA4157-0914-CF43-360C-BF07D884960B}"/>
              </a:ext>
            </a:extLst>
          </p:cNvPr>
          <p:cNvCxnSpPr>
            <a:cxnSpLocks/>
          </p:cNvCxnSpPr>
          <p:nvPr/>
        </p:nvCxnSpPr>
        <p:spPr>
          <a:xfrm flipH="1">
            <a:off x="6795689" y="4245323"/>
            <a:ext cx="2110300" cy="1333500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AE62BF-777C-B1B1-DEED-286E2FF612F8}"/>
              </a:ext>
            </a:extLst>
          </p:cNvPr>
          <p:cNvSpPr txBox="1"/>
          <p:nvPr/>
        </p:nvSpPr>
        <p:spPr>
          <a:xfrm>
            <a:off x="8812519" y="3414326"/>
            <a:ext cx="3577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 minutes and 23 seconds runtime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702DF-EE9F-1988-3458-B0195071820C}"/>
              </a:ext>
            </a:extLst>
          </p:cNvPr>
          <p:cNvSpPr txBox="1"/>
          <p:nvPr/>
        </p:nvSpPr>
        <p:spPr>
          <a:xfrm>
            <a:off x="6134215" y="5239098"/>
            <a:ext cx="661474" cy="117674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73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9EA46B-5D6C-4A93-AA53-C2C22BA1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0768E-D85A-923E-FC87-BBD292A60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47" y="1572818"/>
            <a:ext cx="6506316" cy="298525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67089D-10DF-6CE4-ED61-50CA75F2F7C2}"/>
              </a:ext>
            </a:extLst>
          </p:cNvPr>
          <p:cNvCxnSpPr>
            <a:cxnSpLocks/>
          </p:cNvCxnSpPr>
          <p:nvPr/>
        </p:nvCxnSpPr>
        <p:spPr>
          <a:xfrm flipV="1">
            <a:off x="2922252" y="4198919"/>
            <a:ext cx="1343025" cy="76517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FFC84B-0E9C-02F2-8FA5-6AD07DFF5C7F}"/>
              </a:ext>
            </a:extLst>
          </p:cNvPr>
          <p:cNvSpPr txBox="1"/>
          <p:nvPr/>
        </p:nvSpPr>
        <p:spPr>
          <a:xfrm>
            <a:off x="1466706" y="4842154"/>
            <a:ext cx="3577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 minute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BC08D7-2592-17A3-2988-E6250F07C5E3}"/>
              </a:ext>
            </a:extLst>
          </p:cNvPr>
          <p:cNvSpPr txBox="1"/>
          <p:nvPr/>
        </p:nvSpPr>
        <p:spPr>
          <a:xfrm>
            <a:off x="4265278" y="3998893"/>
            <a:ext cx="476250" cy="2432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71392-09FE-8530-220A-A40FD4597DA3}"/>
              </a:ext>
            </a:extLst>
          </p:cNvPr>
          <p:cNvSpPr txBox="1"/>
          <p:nvPr/>
        </p:nvSpPr>
        <p:spPr>
          <a:xfrm>
            <a:off x="4265277" y="4256878"/>
            <a:ext cx="476250" cy="2432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4A7BDC-2C10-A21C-6A1B-492A794A9CA6}"/>
              </a:ext>
            </a:extLst>
          </p:cNvPr>
          <p:cNvCxnSpPr>
            <a:cxnSpLocks/>
          </p:cNvCxnSpPr>
          <p:nvPr/>
        </p:nvCxnSpPr>
        <p:spPr>
          <a:xfrm flipV="1">
            <a:off x="2922252" y="4529494"/>
            <a:ext cx="1343025" cy="765175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150CB8-E4C7-DBDE-F2FA-83913AF371ED}"/>
              </a:ext>
            </a:extLst>
          </p:cNvPr>
          <p:cNvSpPr txBox="1"/>
          <p:nvPr/>
        </p:nvSpPr>
        <p:spPr>
          <a:xfrm>
            <a:off x="1466706" y="5201304"/>
            <a:ext cx="1922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 minutes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5EF3A-2647-8295-0394-EE0DC4DE5781}"/>
              </a:ext>
            </a:extLst>
          </p:cNvPr>
          <p:cNvSpPr txBox="1"/>
          <p:nvPr/>
        </p:nvSpPr>
        <p:spPr>
          <a:xfrm>
            <a:off x="7275176" y="818752"/>
            <a:ext cx="46958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Orchestration (Azure-IR): $0.001/run</a:t>
            </a:r>
          </a:p>
          <a:p>
            <a:endParaRPr lang="en-US" dirty="0"/>
          </a:p>
          <a:p>
            <a:r>
              <a:rPr lang="en-US" dirty="0"/>
              <a:t>Pipeline (Azure-IR): $0.005/hour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$0,0000835/run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External (Azure-IR): $0.00025/hour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$0,000008325/run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Data Movement (Azure-IR): $0,25/hour</a:t>
            </a:r>
          </a:p>
          <a:p>
            <a:r>
              <a:rPr lang="en-US" dirty="0">
                <a:sym typeface="Wingdings" panose="05000000000000000000" pitchFamily="2" charset="2"/>
              </a:rPr>
              <a:t> 2 * 1.6667 * $0.25 = $0,83335/run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$0,834441825 / run</a:t>
            </a: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once every day:        $25.03</a:t>
            </a: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once every hour:     $600.80</a:t>
            </a:r>
          </a:p>
          <a:p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once every 5 min: </a:t>
            </a:r>
            <a:r>
              <a:rPr lang="en-US" sz="1100" dirty="0">
                <a:solidFill>
                  <a:srgbClr val="00188F"/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00188F"/>
                </a:solidFill>
                <a:sym typeface="Wingdings" panose="05000000000000000000" pitchFamily="2" charset="2"/>
              </a:rPr>
              <a:t>$7209.58</a:t>
            </a:r>
          </a:p>
          <a:p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0BA46-46FA-36F3-638D-757C054E5973}"/>
              </a:ext>
            </a:extLst>
          </p:cNvPr>
          <p:cNvSpPr txBox="1"/>
          <p:nvPr/>
        </p:nvSpPr>
        <p:spPr>
          <a:xfrm>
            <a:off x="4265277" y="3733593"/>
            <a:ext cx="476250" cy="2432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46554C-59B5-0201-2FBE-ED6EA27F4017}"/>
              </a:ext>
            </a:extLst>
          </p:cNvPr>
          <p:cNvCxnSpPr>
            <a:cxnSpLocks/>
          </p:cNvCxnSpPr>
          <p:nvPr/>
        </p:nvCxnSpPr>
        <p:spPr>
          <a:xfrm flipH="1" flipV="1">
            <a:off x="4741527" y="3855239"/>
            <a:ext cx="866775" cy="1056842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D5A581-C6C7-8BA5-07B5-F29BDE85F2D9}"/>
              </a:ext>
            </a:extLst>
          </p:cNvPr>
          <p:cNvSpPr txBox="1"/>
          <p:nvPr/>
        </p:nvSpPr>
        <p:spPr>
          <a:xfrm>
            <a:off x="4896211" y="4918806"/>
            <a:ext cx="2178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100 minutes!</a:t>
            </a:r>
            <a:endParaRPr lang="nl-BE" sz="240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8BA570-9D6C-D37F-A001-4EAFBA8A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223" y="3023807"/>
            <a:ext cx="4427604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4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10" grpId="0"/>
      <p:bldP spid="12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D4E6E3-DCC9-C9F2-545F-4B2392BB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50% cost saving with one single config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BCE96-1F54-506D-22C5-5D31E531C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14" y="1767528"/>
            <a:ext cx="10896571" cy="4098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85AD1C-5DFD-B97F-8917-59665A4BEF31}"/>
              </a:ext>
            </a:extLst>
          </p:cNvPr>
          <p:cNvSpPr txBox="1"/>
          <p:nvPr/>
        </p:nvSpPr>
        <p:spPr>
          <a:xfrm>
            <a:off x="3293479" y="3718559"/>
            <a:ext cx="437274" cy="341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2153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337E40-4DCE-8F2C-0218-C39A7B0A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move compute to somewhere else</a:t>
            </a:r>
            <a:endParaRPr lang="nl-BE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3A07E-C9F1-F989-DEA2-18BA91227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preferably to something that doesn’t have pricing per minute</a:t>
            </a:r>
          </a:p>
          <a:p>
            <a:r>
              <a:rPr lang="en-US" dirty="0"/>
              <a:t>such as an Azure SQL DB</a:t>
            </a:r>
          </a:p>
          <a:p>
            <a:pPr lvl="1"/>
            <a:r>
              <a:rPr lang="nl-BE" b="1" dirty="0" err="1"/>
              <a:t>scale</a:t>
            </a:r>
            <a:r>
              <a:rPr lang="nl-BE" b="1" dirty="0"/>
              <a:t> up </a:t>
            </a:r>
            <a:r>
              <a:rPr lang="nl-BE" dirty="0" err="1"/>
              <a:t>before</a:t>
            </a:r>
            <a:r>
              <a:rPr lang="nl-BE" dirty="0"/>
              <a:t> ELT</a:t>
            </a:r>
          </a:p>
          <a:p>
            <a:pPr lvl="1"/>
            <a:r>
              <a:rPr lang="nl-BE" b="1" dirty="0" err="1"/>
              <a:t>scale</a:t>
            </a:r>
            <a:r>
              <a:rPr lang="nl-BE" b="1" dirty="0"/>
              <a:t> down </a:t>
            </a:r>
            <a:r>
              <a:rPr lang="nl-BE" dirty="0" err="1"/>
              <a:t>once</a:t>
            </a:r>
            <a:r>
              <a:rPr lang="nl-BE" dirty="0"/>
              <a:t> ELT is </a:t>
            </a:r>
            <a:r>
              <a:rPr lang="nl-BE" dirty="0" err="1"/>
              <a:t>done</a:t>
            </a:r>
            <a:endParaRPr lang="nl-BE" dirty="0"/>
          </a:p>
          <a:p>
            <a:pPr lvl="1"/>
            <a:endParaRPr lang="nl-BE" dirty="0"/>
          </a:p>
          <a:p>
            <a:endParaRPr lang="nl-BE" dirty="0"/>
          </a:p>
          <a:p>
            <a:r>
              <a:rPr lang="nl-BE" dirty="0"/>
              <a:t>or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compute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is </a:t>
            </a:r>
            <a:r>
              <a:rPr lang="nl-BE" dirty="0" err="1"/>
              <a:t>just</a:t>
            </a:r>
            <a:r>
              <a:rPr lang="nl-BE" dirty="0"/>
              <a:t> </a:t>
            </a:r>
            <a:r>
              <a:rPr lang="nl-BE" dirty="0" err="1"/>
              <a:t>cheaper</a:t>
            </a:r>
            <a:endParaRPr lang="nl-BE" dirty="0"/>
          </a:p>
          <a:p>
            <a:r>
              <a:rPr lang="nl-BE" b="1" dirty="0"/>
              <a:t>Azure </a:t>
            </a:r>
            <a:r>
              <a:rPr lang="nl-BE" b="1" dirty="0" err="1"/>
              <a:t>Functions</a:t>
            </a:r>
            <a:r>
              <a:rPr lang="nl-BE" dirty="0"/>
              <a:t> or </a:t>
            </a:r>
            <a:r>
              <a:rPr lang="nl-BE" b="1" dirty="0"/>
              <a:t>Azure Logic Apps </a:t>
            </a:r>
            <a:r>
              <a:rPr lang="nl-BE" dirty="0"/>
              <a:t>are </a:t>
            </a:r>
            <a:r>
              <a:rPr lang="nl-BE" dirty="0" err="1"/>
              <a:t>good</a:t>
            </a:r>
            <a:r>
              <a:rPr lang="nl-BE" dirty="0"/>
              <a:t> </a:t>
            </a:r>
            <a:r>
              <a:rPr lang="nl-BE" dirty="0" err="1"/>
              <a:t>alternatives</a:t>
            </a:r>
            <a:endParaRPr lang="nl-BE" dirty="0"/>
          </a:p>
          <a:p>
            <a:endParaRPr lang="nl-BE" dirty="0"/>
          </a:p>
          <a:p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bigger</a:t>
            </a:r>
            <a:r>
              <a:rPr lang="nl-BE" dirty="0"/>
              <a:t> </a:t>
            </a:r>
            <a:r>
              <a:rPr lang="nl-BE" dirty="0" err="1"/>
              <a:t>workloads</a:t>
            </a:r>
            <a:r>
              <a:rPr lang="nl-BE" dirty="0"/>
              <a:t>, </a:t>
            </a:r>
            <a:r>
              <a:rPr lang="nl-BE" dirty="0" err="1"/>
              <a:t>maybe</a:t>
            </a:r>
            <a:r>
              <a:rPr lang="nl-BE" dirty="0"/>
              <a:t> </a:t>
            </a:r>
            <a:r>
              <a:rPr lang="nl-BE" dirty="0" err="1"/>
              <a:t>consider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a </a:t>
            </a:r>
            <a:r>
              <a:rPr lang="nl-BE" b="1" dirty="0" err="1"/>
              <a:t>self-hosted</a:t>
            </a:r>
            <a:r>
              <a:rPr lang="nl-BE" b="1" dirty="0"/>
              <a:t> IR</a:t>
            </a:r>
            <a:r>
              <a:rPr lang="nl-BE" dirty="0"/>
              <a:t> in a VM</a:t>
            </a:r>
          </a:p>
        </p:txBody>
      </p:sp>
    </p:spTree>
    <p:extLst>
      <p:ext uri="{BB962C8B-B14F-4D97-AF65-F5344CB8AC3E}">
        <p14:creationId xmlns:p14="http://schemas.microsoft.com/office/powerpoint/2010/main" val="3701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699167-48E6-637A-4C04-A104B4556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270" y="2451877"/>
            <a:ext cx="7173387" cy="26700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6779E57-D2B5-B6A9-864B-F6159BEC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Functions</a:t>
            </a:r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913E4-1DA9-4951-AC8B-30E4F15AD934}"/>
              </a:ext>
            </a:extLst>
          </p:cNvPr>
          <p:cNvSpPr txBox="1"/>
          <p:nvPr/>
        </p:nvSpPr>
        <p:spPr>
          <a:xfrm>
            <a:off x="4357495" y="2648568"/>
            <a:ext cx="2010041" cy="227664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0629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DD0474-C3FE-07C8-DF97-3A73B2A7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Azure Data Factory and the Exact Online REST API</a:t>
            </a:r>
            <a:endParaRPr lang="en-US" dirty="0"/>
          </a:p>
          <a:p>
            <a:r>
              <a:rPr lang="en-US" dirty="0">
                <a:hlinkClick r:id="rId3"/>
              </a:rPr>
              <a:t>Reading AFAS REST API Data with Azure Logic Apps</a:t>
            </a:r>
            <a:endParaRPr lang="en-US" dirty="0"/>
          </a:p>
          <a:p>
            <a:r>
              <a:rPr lang="en-US" dirty="0">
                <a:hlinkClick r:id="rId4"/>
              </a:rPr>
              <a:t>Build Once – Add Metadata (the importance of metadata-driven frameworks)</a:t>
            </a:r>
            <a:endParaRPr lang="en-US" dirty="0"/>
          </a:p>
          <a:p>
            <a:r>
              <a:rPr lang="en-US" dirty="0">
                <a:hlinkClick r:id="rId5"/>
              </a:rPr>
              <a:t>Dynamic Datasets in Azure Data Factory</a:t>
            </a:r>
            <a:endParaRPr lang="en-US" dirty="0"/>
          </a:p>
          <a:p>
            <a:r>
              <a:rPr lang="en-US" dirty="0">
                <a:hlinkClick r:id="rId6"/>
              </a:rPr>
              <a:t>Building Flexible and Dynamic Azure Data Factory Pipelines</a:t>
            </a:r>
            <a:endParaRPr lang="en-US" dirty="0"/>
          </a:p>
          <a:p>
            <a:r>
              <a:rPr lang="en-US" dirty="0">
                <a:hlinkClick r:id="rId7"/>
              </a:rPr>
              <a:t>Dynamically Map JSON to SQL in Azure Data Factory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C95011-866E-6B8C-963D-2C1FA036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4828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66A9FB-463B-9E25-ED20-D36959E12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 </a:t>
            </a:r>
            <a:br>
              <a:rPr lang="en-US" sz="16600" dirty="0"/>
            </a:br>
            <a:r>
              <a:rPr lang="en-US" sz="16600" dirty="0"/>
              <a:t>demo</a:t>
            </a:r>
            <a:endParaRPr lang="nl-BE" sz="16600" dirty="0"/>
          </a:p>
        </p:txBody>
      </p:sp>
    </p:spTree>
    <p:extLst>
      <p:ext uri="{BB962C8B-B14F-4D97-AF65-F5344CB8AC3E}">
        <p14:creationId xmlns:p14="http://schemas.microsoft.com/office/powerpoint/2010/main" val="140148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564521-D1CF-0E55-896D-6CFD4A02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</a:t>
            </a:r>
            <a:endParaRPr lang="nl-B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253A81-FD6A-4242-9334-1E62453B9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2794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36139F-F221-F0EE-F870-622D560F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all SQL</a:t>
            </a:r>
            <a:endParaRPr lang="nl-BE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C33E3EF-7803-B523-AD43-65524978B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46497" y="3031672"/>
            <a:ext cx="1263994" cy="126399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7F931B0-9292-DDE1-5E5E-1FA718741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6658" y="3031672"/>
            <a:ext cx="1263994" cy="1263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58721D-0094-1FB0-C51B-49FBBDE7B1B9}"/>
              </a:ext>
            </a:extLst>
          </p:cNvPr>
          <p:cNvSpPr txBox="1"/>
          <p:nvPr/>
        </p:nvSpPr>
        <p:spPr>
          <a:xfrm>
            <a:off x="2371909" y="4300856"/>
            <a:ext cx="10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staging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A216B-286D-530E-CF8E-62C8E6DD6654}"/>
              </a:ext>
            </a:extLst>
          </p:cNvPr>
          <p:cNvSpPr txBox="1"/>
          <p:nvPr/>
        </p:nvSpPr>
        <p:spPr>
          <a:xfrm>
            <a:off x="8038064" y="4295666"/>
            <a:ext cx="7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DWH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DBB1DD-1390-7CFE-1B23-60C73FF39E82}"/>
              </a:ext>
            </a:extLst>
          </p:cNvPr>
          <p:cNvSpPr/>
          <p:nvPr/>
        </p:nvSpPr>
        <p:spPr>
          <a:xfrm>
            <a:off x="1754155" y="2388637"/>
            <a:ext cx="2248678" cy="2761861"/>
          </a:xfrm>
          <a:prstGeom prst="rect">
            <a:avLst/>
          </a:prstGeom>
          <a:noFill/>
          <a:ln w="571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82FE77-2938-0686-76C5-6B4E709123E7}"/>
              </a:ext>
            </a:extLst>
          </p:cNvPr>
          <p:cNvSpPr txBox="1"/>
          <p:nvPr/>
        </p:nvSpPr>
        <p:spPr>
          <a:xfrm>
            <a:off x="2466843" y="5208582"/>
            <a:ext cx="823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views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2FD43F5-F9AE-AEE5-3AF7-B5674C590FB6}"/>
              </a:ext>
            </a:extLst>
          </p:cNvPr>
          <p:cNvSpPr/>
          <p:nvPr/>
        </p:nvSpPr>
        <p:spPr>
          <a:xfrm>
            <a:off x="5029200" y="3601616"/>
            <a:ext cx="1660848" cy="354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E9FFF1A-100C-1A03-F5EF-AFF6732A6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3605" y="2764346"/>
            <a:ext cx="492038" cy="4920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FCE946-CF74-799B-F488-7DC53982AB15}"/>
              </a:ext>
            </a:extLst>
          </p:cNvPr>
          <p:cNvSpPr txBox="1"/>
          <p:nvPr/>
        </p:nvSpPr>
        <p:spPr>
          <a:xfrm>
            <a:off x="5266091" y="3304812"/>
            <a:ext cx="1187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metadata</a:t>
            </a:r>
            <a:endParaRPr lang="nl-BE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30D24507-8C08-55C0-BD98-D10BF5062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797" y="3905164"/>
            <a:ext cx="1263995" cy="1263995"/>
          </a:xfrm>
          <a:prstGeom prst="rect">
            <a:avLst/>
          </a:prstGeom>
        </p:spPr>
      </p:pic>
      <p:pic>
        <p:nvPicPr>
          <p:cNvPr id="16" name="Picture 15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BA3EEC03-0410-CF58-00D8-5B3061C3F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304" y="4512343"/>
            <a:ext cx="1263995" cy="126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Stormtrooper Star Wars photo and picture">
            <a:extLst>
              <a:ext uri="{FF2B5EF4-FFF2-40B4-BE49-F238E27FC236}">
                <a16:creationId xmlns:a16="http://schemas.microsoft.com/office/drawing/2014/main" id="{4195C54A-8297-7A95-450A-D1BA772E473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6254"/>
            <a:ext cx="12191999" cy="69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F0C73D-9F7A-8696-618B-FAFEF22D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it’s all about patterns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10042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E4F8-1060-6919-2200-15359CD0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1 dimension</a:t>
            </a:r>
            <a:endParaRPr lang="nl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DF17B5-F2E9-E12F-AB80-746B49FFA9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698607"/>
            <a:ext cx="1263994" cy="126399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5B7A1ED-62DF-1D27-C3FC-2F6B5D93F8DE}"/>
              </a:ext>
            </a:extLst>
          </p:cNvPr>
          <p:cNvSpPr/>
          <p:nvPr/>
        </p:nvSpPr>
        <p:spPr>
          <a:xfrm>
            <a:off x="2384899" y="3217923"/>
            <a:ext cx="1547290" cy="291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3EB96-9527-3147-DC64-F66364C24211}"/>
              </a:ext>
            </a:extLst>
          </p:cNvPr>
          <p:cNvSpPr txBox="1"/>
          <p:nvPr/>
        </p:nvSpPr>
        <p:spPr>
          <a:xfrm>
            <a:off x="963611" y="3944965"/>
            <a:ext cx="10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staging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E1F17-8D6F-7B24-CCED-C607F2795FBA}"/>
              </a:ext>
            </a:extLst>
          </p:cNvPr>
          <p:cNvSpPr txBox="1"/>
          <p:nvPr/>
        </p:nvSpPr>
        <p:spPr>
          <a:xfrm>
            <a:off x="2102193" y="3509753"/>
            <a:ext cx="2384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basic data quality checks + business logic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BE160AB-5D5F-BB92-C969-921E2A7CA19C}"/>
              </a:ext>
            </a:extLst>
          </p:cNvPr>
          <p:cNvSpPr/>
          <p:nvPr/>
        </p:nvSpPr>
        <p:spPr>
          <a:xfrm>
            <a:off x="4210560" y="2853846"/>
            <a:ext cx="1683342" cy="101998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NEW?</a:t>
            </a:r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EFC580-ADE6-22B3-7447-6210726613E4}"/>
              </a:ext>
            </a:extLst>
          </p:cNvPr>
          <p:cNvGrpSpPr/>
          <p:nvPr/>
        </p:nvGrpSpPr>
        <p:grpSpPr>
          <a:xfrm>
            <a:off x="4934137" y="2046142"/>
            <a:ext cx="1683342" cy="807704"/>
            <a:chOff x="5535038" y="2474159"/>
            <a:chExt cx="1683342" cy="807704"/>
          </a:xfrm>
        </p:grpSpPr>
        <p:sp>
          <p:nvSpPr>
            <p:cNvPr id="9" name="Arrow: Bent 8">
              <a:extLst>
                <a:ext uri="{FF2B5EF4-FFF2-40B4-BE49-F238E27FC236}">
                  <a16:creationId xmlns:a16="http://schemas.microsoft.com/office/drawing/2014/main" id="{4F9BAC7B-3BD7-253F-9CB3-4183CED8BA3B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72FE17-D7F2-656F-13C0-62F893C325D6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636417C1-E047-0CCF-554F-E7B86C009114}"/>
              </a:ext>
            </a:extLst>
          </p:cNvPr>
          <p:cNvSpPr/>
          <p:nvPr/>
        </p:nvSpPr>
        <p:spPr>
          <a:xfrm>
            <a:off x="6617479" y="1944413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  <a:endParaRPr lang="nl-BE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3849B6-B096-6ADA-869A-81210AD64B44}"/>
              </a:ext>
            </a:extLst>
          </p:cNvPr>
          <p:cNvGrpSpPr/>
          <p:nvPr/>
        </p:nvGrpSpPr>
        <p:grpSpPr>
          <a:xfrm>
            <a:off x="4934137" y="3873830"/>
            <a:ext cx="1683342" cy="807704"/>
            <a:chOff x="5535038" y="4301847"/>
            <a:chExt cx="1683342" cy="807704"/>
          </a:xfrm>
        </p:grpSpPr>
        <p:sp>
          <p:nvSpPr>
            <p:cNvPr id="13" name="Arrow: Bent 12">
              <a:extLst>
                <a:ext uri="{FF2B5EF4-FFF2-40B4-BE49-F238E27FC236}">
                  <a16:creationId xmlns:a16="http://schemas.microsoft.com/office/drawing/2014/main" id="{209C3ECA-8CEC-196B-0E98-7027E6946402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8E3A5D-C91F-B8C5-9E06-1D4F6F77903E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Diamond 14">
            <a:extLst>
              <a:ext uri="{FF2B5EF4-FFF2-40B4-BE49-F238E27FC236}">
                <a16:creationId xmlns:a16="http://schemas.microsoft.com/office/drawing/2014/main" id="{7728E823-E129-BA42-DD8A-69188D9C1C77}"/>
              </a:ext>
            </a:extLst>
          </p:cNvPr>
          <p:cNvSpPr/>
          <p:nvPr/>
        </p:nvSpPr>
        <p:spPr>
          <a:xfrm>
            <a:off x="6617479" y="3952356"/>
            <a:ext cx="1683342" cy="101998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&lt;&gt; hash?</a:t>
            </a:r>
            <a:endParaRPr lang="nl-BE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8FCC33-E8F0-88F0-2C81-7D05E328270D}"/>
              </a:ext>
            </a:extLst>
          </p:cNvPr>
          <p:cNvGrpSpPr/>
          <p:nvPr/>
        </p:nvGrpSpPr>
        <p:grpSpPr>
          <a:xfrm>
            <a:off x="7353082" y="3137261"/>
            <a:ext cx="1683342" cy="807704"/>
            <a:chOff x="5535038" y="2474159"/>
            <a:chExt cx="1683342" cy="807704"/>
          </a:xfrm>
        </p:grpSpPr>
        <p:sp>
          <p:nvSpPr>
            <p:cNvPr id="19" name="Arrow: Bent 18">
              <a:extLst>
                <a:ext uri="{FF2B5EF4-FFF2-40B4-BE49-F238E27FC236}">
                  <a16:creationId xmlns:a16="http://schemas.microsoft.com/office/drawing/2014/main" id="{9C183E6B-1016-6230-1D25-DF6A23F814B0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E0B93F-27AA-CD1A-0EF5-53DF578079BC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5EC26CDF-2709-68B1-7526-9AFC64230AD0}"/>
              </a:ext>
            </a:extLst>
          </p:cNvPr>
          <p:cNvSpPr/>
          <p:nvPr/>
        </p:nvSpPr>
        <p:spPr>
          <a:xfrm>
            <a:off x="9036424" y="3047965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  <a:endParaRPr lang="nl-BE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784CA2-18C4-E934-A61E-BAFC718836FB}"/>
              </a:ext>
            </a:extLst>
          </p:cNvPr>
          <p:cNvGrpSpPr/>
          <p:nvPr/>
        </p:nvGrpSpPr>
        <p:grpSpPr>
          <a:xfrm>
            <a:off x="7353082" y="4979731"/>
            <a:ext cx="1683342" cy="807704"/>
            <a:chOff x="5535038" y="4301847"/>
            <a:chExt cx="1683342" cy="807704"/>
          </a:xfrm>
        </p:grpSpPr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14A355C3-F981-2C6C-8FB3-D892845F549D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37DAA1-0292-70B9-8295-E2674E4E9F63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D052208E-AD50-7EF8-E782-19A6D02171B8}"/>
              </a:ext>
            </a:extLst>
          </p:cNvPr>
          <p:cNvSpPr/>
          <p:nvPr/>
        </p:nvSpPr>
        <p:spPr>
          <a:xfrm>
            <a:off x="9036424" y="5294287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ignore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326883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9D2B-2E18-F878-19F3-02DAC690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1 dimension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D3EBD-13B4-2B44-1F0F-7A99FE90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6" y="2242448"/>
            <a:ext cx="11936867" cy="2706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9E4FF-0F50-F100-1BDD-4F87079634B1}"/>
              </a:ext>
            </a:extLst>
          </p:cNvPr>
          <p:cNvSpPr txBox="1"/>
          <p:nvPr/>
        </p:nvSpPr>
        <p:spPr>
          <a:xfrm>
            <a:off x="127566" y="2421592"/>
            <a:ext cx="7732383" cy="1799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4C6B5-FDEA-58AF-764A-BB0B7BE49019}"/>
              </a:ext>
            </a:extLst>
          </p:cNvPr>
          <p:cNvSpPr txBox="1"/>
          <p:nvPr/>
        </p:nvSpPr>
        <p:spPr>
          <a:xfrm>
            <a:off x="202109" y="1780783"/>
            <a:ext cx="2404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dummy record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84628-93E4-9B36-E5F3-1A5CFF767745}"/>
              </a:ext>
            </a:extLst>
          </p:cNvPr>
          <p:cNvSpPr txBox="1"/>
          <p:nvPr/>
        </p:nvSpPr>
        <p:spPr>
          <a:xfrm>
            <a:off x="116217" y="2601592"/>
            <a:ext cx="721983" cy="237526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CFD54-76A4-FDE8-85BB-DF1927359B68}"/>
              </a:ext>
            </a:extLst>
          </p:cNvPr>
          <p:cNvSpPr txBox="1"/>
          <p:nvPr/>
        </p:nvSpPr>
        <p:spPr>
          <a:xfrm>
            <a:off x="0" y="4926026"/>
            <a:ext cx="4513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SK = identity(1,1) = PK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FBD8D-EAA9-3328-A170-9FD2F48927AB}"/>
              </a:ext>
            </a:extLst>
          </p:cNvPr>
          <p:cNvSpPr txBox="1"/>
          <p:nvPr/>
        </p:nvSpPr>
        <p:spPr>
          <a:xfrm>
            <a:off x="857655" y="2601591"/>
            <a:ext cx="721983" cy="2375267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12466-18D2-BDDB-FEDD-8194AE0F0C9B}"/>
              </a:ext>
            </a:extLst>
          </p:cNvPr>
          <p:cNvSpPr txBox="1"/>
          <p:nvPr/>
        </p:nvSpPr>
        <p:spPr>
          <a:xfrm>
            <a:off x="629055" y="5387691"/>
            <a:ext cx="4513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BK = unique index</a:t>
            </a:r>
            <a:endParaRPr lang="nl-BE" sz="2400" dirty="0">
              <a:solidFill>
                <a:srgbClr val="00188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EBDC5-BB08-8743-E0DA-9631F452236A}"/>
              </a:ext>
            </a:extLst>
          </p:cNvPr>
          <p:cNvSpPr txBox="1"/>
          <p:nvPr/>
        </p:nvSpPr>
        <p:spPr>
          <a:xfrm>
            <a:off x="7868055" y="2218129"/>
            <a:ext cx="1752600" cy="273113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9138E1-CD48-9E18-F9AF-26A75BA09763}"/>
              </a:ext>
            </a:extLst>
          </p:cNvPr>
          <p:cNvSpPr txBox="1"/>
          <p:nvPr/>
        </p:nvSpPr>
        <p:spPr>
          <a:xfrm>
            <a:off x="7811310" y="4973578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audit columns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5B6BF-CC86-8136-50A1-A774D709ECEB}"/>
              </a:ext>
            </a:extLst>
          </p:cNvPr>
          <p:cNvSpPr txBox="1"/>
          <p:nvPr/>
        </p:nvSpPr>
        <p:spPr>
          <a:xfrm>
            <a:off x="9628761" y="2214848"/>
            <a:ext cx="2510215" cy="2758730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20E1A1-304C-EE6B-3FF9-B0EAF69C2F0E}"/>
              </a:ext>
            </a:extLst>
          </p:cNvPr>
          <p:cNvSpPr txBox="1"/>
          <p:nvPr/>
        </p:nvSpPr>
        <p:spPr>
          <a:xfrm>
            <a:off x="9620655" y="1710094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hash</a:t>
            </a:r>
            <a:endParaRPr lang="nl-BE" sz="2400" dirty="0">
              <a:solidFill>
                <a:srgbClr val="0018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93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E4F8-1060-6919-2200-15359CD0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dimension</a:t>
            </a:r>
            <a:endParaRPr lang="nl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DF17B5-F2E9-E12F-AB80-746B49FFA9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184" y="2212225"/>
            <a:ext cx="1263994" cy="126399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5B7A1ED-62DF-1D27-C3FC-2F6B5D93F8DE}"/>
              </a:ext>
            </a:extLst>
          </p:cNvPr>
          <p:cNvSpPr/>
          <p:nvPr/>
        </p:nvSpPr>
        <p:spPr>
          <a:xfrm>
            <a:off x="1371597" y="2731541"/>
            <a:ext cx="1547290" cy="291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3EB96-9527-3147-DC64-F66364C24211}"/>
              </a:ext>
            </a:extLst>
          </p:cNvPr>
          <p:cNvSpPr txBox="1"/>
          <p:nvPr/>
        </p:nvSpPr>
        <p:spPr>
          <a:xfrm>
            <a:off x="96227" y="3458583"/>
            <a:ext cx="10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staging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E1F17-8D6F-7B24-CCED-C607F2795FBA}"/>
              </a:ext>
            </a:extLst>
          </p:cNvPr>
          <p:cNvSpPr txBox="1"/>
          <p:nvPr/>
        </p:nvSpPr>
        <p:spPr>
          <a:xfrm>
            <a:off x="1088891" y="3023371"/>
            <a:ext cx="209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same as in type 1</a:t>
            </a:r>
            <a:endParaRPr lang="nl-BE" dirty="0">
              <a:solidFill>
                <a:schemeClr val="accent1"/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BE160AB-5D5F-BB92-C969-921E2A7CA19C}"/>
              </a:ext>
            </a:extLst>
          </p:cNvPr>
          <p:cNvSpPr/>
          <p:nvPr/>
        </p:nvSpPr>
        <p:spPr>
          <a:xfrm>
            <a:off x="2918887" y="2372719"/>
            <a:ext cx="1683342" cy="101998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NEW?</a:t>
            </a:r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EFC580-ADE6-22B3-7447-6210726613E4}"/>
              </a:ext>
            </a:extLst>
          </p:cNvPr>
          <p:cNvGrpSpPr/>
          <p:nvPr/>
        </p:nvGrpSpPr>
        <p:grpSpPr>
          <a:xfrm>
            <a:off x="3642464" y="1565015"/>
            <a:ext cx="1683342" cy="807704"/>
            <a:chOff x="5535038" y="2474159"/>
            <a:chExt cx="1683342" cy="807704"/>
          </a:xfrm>
        </p:grpSpPr>
        <p:sp>
          <p:nvSpPr>
            <p:cNvPr id="9" name="Arrow: Bent 8">
              <a:extLst>
                <a:ext uri="{FF2B5EF4-FFF2-40B4-BE49-F238E27FC236}">
                  <a16:creationId xmlns:a16="http://schemas.microsoft.com/office/drawing/2014/main" id="{4F9BAC7B-3BD7-253F-9CB3-4183CED8BA3B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72FE17-D7F2-656F-13C0-62F893C325D6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636417C1-E047-0CCF-554F-E7B86C009114}"/>
              </a:ext>
            </a:extLst>
          </p:cNvPr>
          <p:cNvSpPr/>
          <p:nvPr/>
        </p:nvSpPr>
        <p:spPr>
          <a:xfrm>
            <a:off x="5325806" y="1463286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  <a:endParaRPr lang="nl-BE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3849B6-B096-6ADA-869A-81210AD64B44}"/>
              </a:ext>
            </a:extLst>
          </p:cNvPr>
          <p:cNvGrpSpPr/>
          <p:nvPr/>
        </p:nvGrpSpPr>
        <p:grpSpPr>
          <a:xfrm>
            <a:off x="3642464" y="3392703"/>
            <a:ext cx="1683342" cy="807704"/>
            <a:chOff x="5535038" y="4301847"/>
            <a:chExt cx="1683342" cy="807704"/>
          </a:xfrm>
        </p:grpSpPr>
        <p:sp>
          <p:nvSpPr>
            <p:cNvPr id="13" name="Arrow: Bent 12">
              <a:extLst>
                <a:ext uri="{FF2B5EF4-FFF2-40B4-BE49-F238E27FC236}">
                  <a16:creationId xmlns:a16="http://schemas.microsoft.com/office/drawing/2014/main" id="{209C3ECA-8CEC-196B-0E98-7027E6946402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8E3A5D-C91F-B8C5-9E06-1D4F6F77903E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Diamond 14">
            <a:extLst>
              <a:ext uri="{FF2B5EF4-FFF2-40B4-BE49-F238E27FC236}">
                <a16:creationId xmlns:a16="http://schemas.microsoft.com/office/drawing/2014/main" id="{7728E823-E129-BA42-DD8A-69188D9C1C77}"/>
              </a:ext>
            </a:extLst>
          </p:cNvPr>
          <p:cNvSpPr/>
          <p:nvPr/>
        </p:nvSpPr>
        <p:spPr>
          <a:xfrm>
            <a:off x="5337832" y="3320799"/>
            <a:ext cx="1862930" cy="134193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&lt;&gt;  type 2 hash?</a:t>
            </a:r>
            <a:endParaRPr lang="nl-BE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8FCC33-E8F0-88F0-2C81-7D05E328270D}"/>
              </a:ext>
            </a:extLst>
          </p:cNvPr>
          <p:cNvGrpSpPr/>
          <p:nvPr/>
        </p:nvGrpSpPr>
        <p:grpSpPr>
          <a:xfrm>
            <a:off x="6167477" y="2508886"/>
            <a:ext cx="1683342" cy="807704"/>
            <a:chOff x="5535038" y="2474159"/>
            <a:chExt cx="1683342" cy="807704"/>
          </a:xfrm>
        </p:grpSpPr>
        <p:sp>
          <p:nvSpPr>
            <p:cNvPr id="19" name="Arrow: Bent 18">
              <a:extLst>
                <a:ext uri="{FF2B5EF4-FFF2-40B4-BE49-F238E27FC236}">
                  <a16:creationId xmlns:a16="http://schemas.microsoft.com/office/drawing/2014/main" id="{9C183E6B-1016-6230-1D25-DF6A23F814B0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E0B93F-27AA-CD1A-0EF5-53DF578079BC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5EC26CDF-2709-68B1-7526-9AFC64230AD0}"/>
              </a:ext>
            </a:extLst>
          </p:cNvPr>
          <p:cNvSpPr/>
          <p:nvPr/>
        </p:nvSpPr>
        <p:spPr>
          <a:xfrm>
            <a:off x="7850819" y="2419590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  <a:endParaRPr lang="nl-BE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784CA2-18C4-E934-A61E-BAFC718836FB}"/>
              </a:ext>
            </a:extLst>
          </p:cNvPr>
          <p:cNvGrpSpPr/>
          <p:nvPr/>
        </p:nvGrpSpPr>
        <p:grpSpPr>
          <a:xfrm>
            <a:off x="6167477" y="4662730"/>
            <a:ext cx="1683342" cy="807704"/>
            <a:chOff x="5535038" y="4301847"/>
            <a:chExt cx="1683342" cy="807704"/>
          </a:xfrm>
        </p:grpSpPr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14A355C3-F981-2C6C-8FB3-D892845F549D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37DAA1-0292-70B9-8295-E2674E4E9F63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D052208E-AD50-7EF8-E782-19A6D02171B8}"/>
              </a:ext>
            </a:extLst>
          </p:cNvPr>
          <p:cNvSpPr/>
          <p:nvPr/>
        </p:nvSpPr>
        <p:spPr>
          <a:xfrm>
            <a:off x="10375832" y="6236769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ignore</a:t>
            </a:r>
            <a:endParaRPr lang="nl-BE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96A76518-5DA7-281A-41CF-A40AD7AF3D23}"/>
              </a:ext>
            </a:extLst>
          </p:cNvPr>
          <p:cNvSpPr/>
          <p:nvPr/>
        </p:nvSpPr>
        <p:spPr>
          <a:xfrm>
            <a:off x="7848187" y="4580282"/>
            <a:ext cx="1862930" cy="134193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&lt;&gt;  type 1 hash?</a:t>
            </a:r>
            <a:endParaRPr lang="nl-BE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5CCB23-977B-EB1F-EE74-CA75BBC275EC}"/>
              </a:ext>
            </a:extLst>
          </p:cNvPr>
          <p:cNvGrpSpPr/>
          <p:nvPr/>
        </p:nvGrpSpPr>
        <p:grpSpPr>
          <a:xfrm>
            <a:off x="8692490" y="3772578"/>
            <a:ext cx="1683342" cy="807704"/>
            <a:chOff x="5535038" y="2474159"/>
            <a:chExt cx="1683342" cy="807704"/>
          </a:xfrm>
        </p:grpSpPr>
        <p:sp>
          <p:nvSpPr>
            <p:cNvPr id="26" name="Arrow: Bent 25">
              <a:extLst>
                <a:ext uri="{FF2B5EF4-FFF2-40B4-BE49-F238E27FC236}">
                  <a16:creationId xmlns:a16="http://schemas.microsoft.com/office/drawing/2014/main" id="{09D8B417-FDA7-8F62-0C91-9E4E9E00E88C}"/>
                </a:ext>
              </a:extLst>
            </p:cNvPr>
            <p:cNvSpPr/>
            <p:nvPr/>
          </p:nvSpPr>
          <p:spPr>
            <a:xfrm>
              <a:off x="5535038" y="2474159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1D29D8-36FA-B016-1F5E-EAB0D2EFEAC5}"/>
                </a:ext>
              </a:extLst>
            </p:cNvPr>
            <p:cNvSpPr txBox="1"/>
            <p:nvPr/>
          </p:nvSpPr>
          <p:spPr>
            <a:xfrm>
              <a:off x="6182463" y="247415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yes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72B9E146-09CC-68FB-CD45-112E738B67D8}"/>
              </a:ext>
            </a:extLst>
          </p:cNvPr>
          <p:cNvSpPr/>
          <p:nvPr/>
        </p:nvSpPr>
        <p:spPr>
          <a:xfrm>
            <a:off x="10375832" y="3683282"/>
            <a:ext cx="1683342" cy="54792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  <a:endParaRPr lang="nl-BE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3816A0-EF78-FC1D-6268-605C840649CE}"/>
              </a:ext>
            </a:extLst>
          </p:cNvPr>
          <p:cNvGrpSpPr/>
          <p:nvPr/>
        </p:nvGrpSpPr>
        <p:grpSpPr>
          <a:xfrm>
            <a:off x="8692490" y="5922213"/>
            <a:ext cx="1683342" cy="807704"/>
            <a:chOff x="5535038" y="4301847"/>
            <a:chExt cx="1683342" cy="807704"/>
          </a:xfrm>
        </p:grpSpPr>
        <p:sp>
          <p:nvSpPr>
            <p:cNvPr id="30" name="Arrow: Bent 29">
              <a:extLst>
                <a:ext uri="{FF2B5EF4-FFF2-40B4-BE49-F238E27FC236}">
                  <a16:creationId xmlns:a16="http://schemas.microsoft.com/office/drawing/2014/main" id="{FE71AD4D-62E2-BBAF-4A60-C4DC08011C84}"/>
                </a:ext>
              </a:extLst>
            </p:cNvPr>
            <p:cNvSpPr/>
            <p:nvPr/>
          </p:nvSpPr>
          <p:spPr>
            <a:xfrm flipV="1">
              <a:off x="5535038" y="4301847"/>
              <a:ext cx="1683342" cy="807704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8B06AA-CD71-4A97-3D6D-16DE3C003BDE}"/>
                </a:ext>
              </a:extLst>
            </p:cNvPr>
            <p:cNvSpPr txBox="1"/>
            <p:nvPr/>
          </p:nvSpPr>
          <p:spPr>
            <a:xfrm>
              <a:off x="6182463" y="4705699"/>
              <a:ext cx="62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  <a:endParaRPr lang="nl-BE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4525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3F08-7D07-F1AD-8AF3-3663729E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dimension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25672-6316-CC88-2970-D5B8E6AA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60" y="2346956"/>
            <a:ext cx="11906279" cy="2390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14B4AF-AA97-B917-D416-A248228E396C}"/>
              </a:ext>
            </a:extLst>
          </p:cNvPr>
          <p:cNvSpPr txBox="1"/>
          <p:nvPr/>
        </p:nvSpPr>
        <p:spPr>
          <a:xfrm>
            <a:off x="116217" y="2362103"/>
            <a:ext cx="837094" cy="237526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6FF57-2547-C01A-ADEF-41FD2C25D0DB}"/>
              </a:ext>
            </a:extLst>
          </p:cNvPr>
          <p:cNvSpPr txBox="1"/>
          <p:nvPr/>
        </p:nvSpPr>
        <p:spPr>
          <a:xfrm>
            <a:off x="0" y="4764360"/>
            <a:ext cx="3589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SK = identity(1,1) = PK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B2FC3-A9DE-009F-D262-FD24D62F946B}"/>
              </a:ext>
            </a:extLst>
          </p:cNvPr>
          <p:cNvSpPr txBox="1"/>
          <p:nvPr/>
        </p:nvSpPr>
        <p:spPr>
          <a:xfrm>
            <a:off x="979954" y="2362103"/>
            <a:ext cx="721983" cy="2375267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FC56C-747D-E3F0-2531-A67994D0A05C}"/>
              </a:ext>
            </a:extLst>
          </p:cNvPr>
          <p:cNvSpPr txBox="1"/>
          <p:nvPr/>
        </p:nvSpPr>
        <p:spPr>
          <a:xfrm>
            <a:off x="751354" y="5148203"/>
            <a:ext cx="480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BK + valid from = unique index</a:t>
            </a:r>
            <a:endParaRPr lang="nl-BE" sz="2400" dirty="0">
              <a:solidFill>
                <a:srgbClr val="00188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FD9C4-3405-B08D-732F-8017609B1FE5}"/>
              </a:ext>
            </a:extLst>
          </p:cNvPr>
          <p:cNvSpPr txBox="1"/>
          <p:nvPr/>
        </p:nvSpPr>
        <p:spPr>
          <a:xfrm>
            <a:off x="8369733" y="2346956"/>
            <a:ext cx="721983" cy="2375267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9C9B-4E72-89BA-3512-E01F021AB8E9}"/>
              </a:ext>
            </a:extLst>
          </p:cNvPr>
          <p:cNvSpPr txBox="1"/>
          <p:nvPr/>
        </p:nvSpPr>
        <p:spPr>
          <a:xfrm>
            <a:off x="5958299" y="2346956"/>
            <a:ext cx="2411433" cy="239041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08027C-B4E4-E015-C632-5FA0B385D120}"/>
              </a:ext>
            </a:extLst>
          </p:cNvPr>
          <p:cNvSpPr txBox="1"/>
          <p:nvPr/>
        </p:nvSpPr>
        <p:spPr>
          <a:xfrm>
            <a:off x="6049688" y="4759744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audit columns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08D9EE-69DD-C78D-7B4D-F0740509202D}"/>
              </a:ext>
            </a:extLst>
          </p:cNvPr>
          <p:cNvSpPr txBox="1"/>
          <p:nvPr/>
        </p:nvSpPr>
        <p:spPr>
          <a:xfrm>
            <a:off x="9842770" y="2346956"/>
            <a:ext cx="2206370" cy="2412788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68AED8-6D7F-871C-0B3C-C079DBD4AA13}"/>
              </a:ext>
            </a:extLst>
          </p:cNvPr>
          <p:cNvSpPr txBox="1"/>
          <p:nvPr/>
        </p:nvSpPr>
        <p:spPr>
          <a:xfrm>
            <a:off x="9834663" y="1842202"/>
            <a:ext cx="226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188F"/>
                </a:solidFill>
              </a:rPr>
              <a:t>hashes</a:t>
            </a:r>
            <a:endParaRPr lang="nl-BE" sz="2400" dirty="0">
              <a:solidFill>
                <a:srgbClr val="0018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81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29DA-4144-E394-4DC2-E59D3DCE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1D4E0-5211-CF6C-8587-4CFF18F4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transactional</a:t>
            </a:r>
          </a:p>
          <a:p>
            <a:pPr lvl="1"/>
            <a:r>
              <a:rPr lang="en-US" dirty="0"/>
              <a:t>TRUNCATE TABLE + full load is </a:t>
            </a:r>
            <a:r>
              <a:rPr lang="en-US" b="1" dirty="0"/>
              <a:t>default</a:t>
            </a:r>
          </a:p>
          <a:p>
            <a:pPr lvl="1"/>
            <a:r>
              <a:rPr lang="en-US" dirty="0"/>
              <a:t>if necessary, incremental load on some column</a:t>
            </a:r>
          </a:p>
          <a:p>
            <a:pPr lvl="1"/>
            <a:endParaRPr lang="en-US" dirty="0"/>
          </a:p>
          <a:p>
            <a:r>
              <a:rPr lang="en-US" dirty="0"/>
              <a:t>snapshot</a:t>
            </a:r>
          </a:p>
          <a:p>
            <a:pPr lvl="1"/>
            <a:r>
              <a:rPr lang="en-US" dirty="0"/>
              <a:t>view on source returns current snapshot</a:t>
            </a:r>
          </a:p>
          <a:p>
            <a:pPr lvl="1"/>
            <a:r>
              <a:rPr lang="en-US" dirty="0"/>
              <a:t>INSERT current snapshot in fact table</a:t>
            </a:r>
          </a:p>
          <a:p>
            <a:pPr lvl="1"/>
            <a:r>
              <a:rPr lang="en-US" dirty="0"/>
              <a:t>DELETE first if the current snapshot is already in the fact table</a:t>
            </a:r>
          </a:p>
          <a:p>
            <a:pPr lvl="1"/>
            <a:endParaRPr lang="en-US" dirty="0"/>
          </a:p>
          <a:p>
            <a:r>
              <a:rPr lang="en-US" dirty="0"/>
              <a:t>accumulating snapshot</a:t>
            </a:r>
          </a:p>
          <a:p>
            <a:pPr lvl="1"/>
            <a:r>
              <a:rPr lang="en-US" dirty="0"/>
              <a:t>view returns current state</a:t>
            </a:r>
          </a:p>
          <a:p>
            <a:pPr lvl="1"/>
            <a:r>
              <a:rPr lang="en-US" dirty="0"/>
              <a:t>INSERT for new items</a:t>
            </a:r>
          </a:p>
          <a:p>
            <a:pPr lvl="1"/>
            <a:r>
              <a:rPr lang="en-US" dirty="0"/>
              <a:t>UPDATE for existing items</a:t>
            </a:r>
            <a:endParaRPr lang="nl-BE" dirty="0"/>
          </a:p>
        </p:txBody>
      </p:sp>
      <p:pic>
        <p:nvPicPr>
          <p:cNvPr id="2050" name="Picture 2" descr="The Data Warehouse Toolkit: The Definitive Guide to Dimensional Modeling:  Kimball, Ralph, Ross, Margy: 8601405019745: Amazon.com: Books">
            <a:extLst>
              <a:ext uri="{FF2B5EF4-FFF2-40B4-BE49-F238E27FC236}">
                <a16:creationId xmlns:a16="http://schemas.microsoft.com/office/drawing/2014/main" id="{FA2E4A7F-9399-E3FB-E62C-D9C8ECAE2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788" y="4513634"/>
            <a:ext cx="1859212" cy="234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61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34C6-6C42-2B09-A23C-CC6BAFC9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736B8-583A-4246-F63D-6523F8159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don’t use views when</a:t>
            </a:r>
          </a:p>
          <a:p>
            <a:pPr lvl="1"/>
            <a:r>
              <a:rPr lang="en-US" sz="2400" dirty="0"/>
              <a:t>performance is suffering</a:t>
            </a:r>
          </a:p>
          <a:p>
            <a:pPr lvl="1"/>
            <a:r>
              <a:rPr lang="en-US" sz="2400" dirty="0"/>
              <a:t>the logic is becoming too complex,</a:t>
            </a:r>
            <a:br>
              <a:rPr lang="en-US" sz="2400" dirty="0"/>
            </a:br>
            <a:r>
              <a:rPr lang="en-US" sz="2400" dirty="0"/>
              <a:t>and you want to cut it into pieces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you know… as a last resort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use stored procs instead</a:t>
            </a:r>
            <a:endParaRPr lang="nl-BE" sz="2400" dirty="0"/>
          </a:p>
        </p:txBody>
      </p:sp>
      <p:pic>
        <p:nvPicPr>
          <p:cNvPr id="1026" name="Picture 2" descr="Papa Roach - #ThrowbackThursday Let the memories flow in the comments... # paparoach #lastresort #infest | Facebook">
            <a:extLst>
              <a:ext uri="{FF2B5EF4-FFF2-40B4-BE49-F238E27FC236}">
                <a16:creationId xmlns:a16="http://schemas.microsoft.com/office/drawing/2014/main" id="{6CC2A0A1-DC9D-BEB0-3DB8-5486C3542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830" y="1457011"/>
            <a:ext cx="4162941" cy="233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2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BD6B-020D-C973-7D7C-F7E2C164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D03BE-A57F-6A51-35C1-608C51C65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dependencies between tables</a:t>
            </a:r>
          </a:p>
          <a:p>
            <a:pPr lvl="1"/>
            <a:r>
              <a:rPr lang="en-US" sz="2400" dirty="0"/>
              <a:t>first dimensions</a:t>
            </a:r>
          </a:p>
          <a:p>
            <a:pPr lvl="1"/>
            <a:r>
              <a:rPr lang="en-US" sz="2400" dirty="0"/>
              <a:t>then facts</a:t>
            </a:r>
          </a:p>
          <a:p>
            <a:pPr lvl="1"/>
            <a:r>
              <a:rPr lang="en-US" sz="2400" dirty="0"/>
              <a:t>then facts on top of other facts</a:t>
            </a:r>
          </a:p>
          <a:p>
            <a:pPr lvl="1"/>
            <a:endParaRPr lang="en-US" sz="2400" dirty="0"/>
          </a:p>
          <a:p>
            <a:r>
              <a:rPr lang="en-US" sz="2800" dirty="0"/>
              <a:t>business keys &amp; which loading pattern</a:t>
            </a:r>
          </a:p>
          <a:p>
            <a:endParaRPr lang="en-US" sz="2800" dirty="0"/>
          </a:p>
          <a:p>
            <a:r>
              <a:rPr lang="en-US" sz="2800" dirty="0"/>
              <a:t>ADF loops over this table and executes all statements in the correct order</a:t>
            </a:r>
            <a:endParaRPr lang="nl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F13D9-C1BE-3398-21B5-13559AF17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0818"/>
            <a:ext cx="12192000" cy="93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0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93E6-399E-24D7-1CF3-6AF5A94C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flow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5761D-D521-1840-45FD-126283ACC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7869"/>
            <a:ext cx="12192000" cy="215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3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93E6-399E-24D7-1CF3-6AF5A94C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flow – load DWH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7889E-FEA3-8994-F34B-F6F95CB0D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0" y="1961534"/>
            <a:ext cx="4660975" cy="223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C710F5-136C-D1D9-E660-4D56E4EAC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894" y="3374188"/>
            <a:ext cx="6248942" cy="217188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53957A-EE5D-43B6-66C0-CED1A048F064}"/>
              </a:ext>
            </a:extLst>
          </p:cNvPr>
          <p:cNvCxnSpPr>
            <a:cxnSpLocks/>
          </p:cNvCxnSpPr>
          <p:nvPr/>
        </p:nvCxnSpPr>
        <p:spPr>
          <a:xfrm>
            <a:off x="3706239" y="3740285"/>
            <a:ext cx="1486356" cy="454633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F98153F-8FBF-FD4D-B976-1B130C119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30818"/>
            <a:ext cx="12192000" cy="936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0819B-AD31-D629-9771-B04FB7230103}"/>
              </a:ext>
            </a:extLst>
          </p:cNvPr>
          <p:cNvSpPr txBox="1"/>
          <p:nvPr/>
        </p:nvSpPr>
        <p:spPr>
          <a:xfrm>
            <a:off x="7402352" y="6079787"/>
            <a:ext cx="2947878" cy="77821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22CC57-4DDC-8791-E4B0-21D5C17F5A40}"/>
              </a:ext>
            </a:extLst>
          </p:cNvPr>
          <p:cNvCxnSpPr>
            <a:cxnSpLocks/>
          </p:cNvCxnSpPr>
          <p:nvPr/>
        </p:nvCxnSpPr>
        <p:spPr>
          <a:xfrm flipV="1">
            <a:off x="8519614" y="5058383"/>
            <a:ext cx="468743" cy="1021404"/>
          </a:xfrm>
          <a:prstGeom prst="straightConnector1">
            <a:avLst/>
          </a:prstGeom>
          <a:noFill/>
          <a:ln w="44450">
            <a:solidFill>
              <a:srgbClr val="FF0000"/>
            </a:solidFill>
            <a:headEnd type="non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82690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5876-0D3B-876F-8DAF-5AA768D7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DWH up and down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B7358-B7C8-D0DC-770F-34DB428E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572" y="2646268"/>
            <a:ext cx="8269705" cy="3128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CC82E6-42F9-FC95-1AC2-43D89EB4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576"/>
            <a:ext cx="3825572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9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D8F2-E66A-D430-8553-DDE6791B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77D67-D6A4-150B-0BA2-954FA8868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How To Scale Azure SQL Database In Azure Data Factory Using A Web Activity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422989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66A9FB-463B-9E25-ED20-D36959E12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 </a:t>
            </a:r>
            <a:br>
              <a:rPr lang="en-US" sz="16600" dirty="0"/>
            </a:br>
            <a:r>
              <a:rPr lang="en-US" sz="16600" dirty="0"/>
              <a:t>demo</a:t>
            </a:r>
            <a:endParaRPr lang="nl-BE" sz="16600" dirty="0"/>
          </a:p>
        </p:txBody>
      </p:sp>
    </p:spTree>
    <p:extLst>
      <p:ext uri="{BB962C8B-B14F-4D97-AF65-F5344CB8AC3E}">
        <p14:creationId xmlns:p14="http://schemas.microsoft.com/office/powerpoint/2010/main" val="30217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26A323-ADFE-A02B-E06E-9E5FC358A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&amp; serve</a:t>
            </a:r>
            <a:endParaRPr lang="nl-B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6AC153-25A0-2525-2321-761831C6E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715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225E21-0573-7869-687F-FCE8FAA0C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</a:t>
            </a:r>
            <a:endParaRPr lang="nl-BE" dirty="0"/>
          </a:p>
        </p:txBody>
      </p:sp>
      <p:pic>
        <p:nvPicPr>
          <p:cNvPr id="6" name="Picture 5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AB09D874-90E2-1680-094F-5E16AD4F5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10" y="1644258"/>
            <a:ext cx="4032780" cy="403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8213-5A9A-A871-8B92-907000BF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98C71-804D-70A9-F633-F719ACFF5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1"/>
            <a:ext cx="11353800" cy="4719952"/>
          </a:xfrm>
        </p:spPr>
        <p:txBody>
          <a:bodyPr>
            <a:normAutofit/>
          </a:bodyPr>
          <a:lstStyle/>
          <a:p>
            <a:r>
              <a:rPr lang="en-US" sz="2800" b="1" dirty="0"/>
              <a:t>1 central model</a:t>
            </a:r>
            <a:r>
              <a:rPr lang="nl-BE" sz="2800" b="1" dirty="0"/>
              <a:t> </a:t>
            </a:r>
            <a:r>
              <a:rPr lang="nl-BE" sz="2800" dirty="0"/>
              <a:t>in a </a:t>
            </a:r>
            <a:r>
              <a:rPr lang="nl-BE" sz="2800" dirty="0" err="1"/>
              <a:t>workspace</a:t>
            </a:r>
            <a:r>
              <a:rPr lang="nl-BE" sz="2800" dirty="0"/>
              <a:t> </a:t>
            </a:r>
            <a:r>
              <a:rPr lang="nl-BE" sz="2800" dirty="0" err="1"/>
              <a:t>only</a:t>
            </a:r>
            <a:r>
              <a:rPr lang="nl-BE" sz="2800" dirty="0"/>
              <a:t> </a:t>
            </a:r>
            <a:r>
              <a:rPr lang="nl-BE" sz="2800" dirty="0" err="1"/>
              <a:t>admins</a:t>
            </a:r>
            <a:r>
              <a:rPr lang="nl-BE" sz="2800" dirty="0"/>
              <a:t> have access </a:t>
            </a:r>
            <a:r>
              <a:rPr lang="nl-BE" sz="2800" dirty="0" err="1"/>
              <a:t>to</a:t>
            </a:r>
            <a:endParaRPr lang="nl-BE" sz="2800" dirty="0"/>
          </a:p>
          <a:p>
            <a:r>
              <a:rPr lang="nl-BE" sz="2800" dirty="0" err="1"/>
              <a:t>reports</a:t>
            </a:r>
            <a:r>
              <a:rPr lang="nl-BE" sz="2800" dirty="0"/>
              <a:t> are </a:t>
            </a:r>
            <a:r>
              <a:rPr lang="nl-BE" sz="2800" dirty="0" err="1"/>
              <a:t>connected</a:t>
            </a:r>
            <a:r>
              <a:rPr lang="nl-BE" sz="2800" dirty="0"/>
              <a:t> </a:t>
            </a:r>
            <a:r>
              <a:rPr lang="nl-BE" sz="2800" dirty="0" err="1"/>
              <a:t>to</a:t>
            </a:r>
            <a:r>
              <a:rPr lang="nl-BE" sz="2800" dirty="0"/>
              <a:t> </a:t>
            </a:r>
            <a:r>
              <a:rPr lang="nl-BE" sz="2800" dirty="0" err="1"/>
              <a:t>this</a:t>
            </a:r>
            <a:r>
              <a:rPr lang="nl-BE" sz="2800" dirty="0"/>
              <a:t> </a:t>
            </a:r>
            <a:r>
              <a:rPr lang="nl-BE" sz="2800" dirty="0" err="1"/>
              <a:t>central</a:t>
            </a:r>
            <a:r>
              <a:rPr lang="nl-BE" sz="2800" dirty="0"/>
              <a:t> </a:t>
            </a:r>
            <a:r>
              <a:rPr lang="nl-BE" sz="2800" dirty="0" err="1"/>
              <a:t>semantic</a:t>
            </a:r>
            <a:r>
              <a:rPr lang="nl-BE" sz="2800" dirty="0"/>
              <a:t> model </a:t>
            </a:r>
            <a:r>
              <a:rPr lang="nl-BE" sz="2800" dirty="0" err="1"/>
              <a:t>and</a:t>
            </a:r>
            <a:r>
              <a:rPr lang="nl-BE" sz="2800" dirty="0"/>
              <a:t> have </a:t>
            </a:r>
            <a:r>
              <a:rPr lang="nl-BE" sz="2800" dirty="0" err="1"/>
              <a:t>their</a:t>
            </a:r>
            <a:r>
              <a:rPr lang="nl-BE" sz="2800" dirty="0"/>
              <a:t> </a:t>
            </a:r>
            <a:r>
              <a:rPr lang="nl-BE" sz="2800" dirty="0" err="1"/>
              <a:t>own</a:t>
            </a:r>
            <a:r>
              <a:rPr lang="nl-BE" sz="2800" dirty="0"/>
              <a:t> </a:t>
            </a:r>
            <a:r>
              <a:rPr lang="nl-BE" sz="2800" dirty="0" err="1"/>
              <a:t>workspace</a:t>
            </a:r>
            <a:r>
              <a:rPr lang="nl-BE" sz="2800" dirty="0"/>
              <a:t>/apps</a:t>
            </a:r>
          </a:p>
          <a:p>
            <a:endParaRPr lang="nl-BE" sz="2800" dirty="0"/>
          </a:p>
          <a:p>
            <a:r>
              <a:rPr lang="nl-BE" sz="2800" b="1" dirty="0"/>
              <a:t>import mode FTW</a:t>
            </a:r>
          </a:p>
          <a:p>
            <a:endParaRPr lang="nl-BE" sz="2800" dirty="0"/>
          </a:p>
          <a:p>
            <a:r>
              <a:rPr lang="nl-BE" sz="2800" dirty="0" err="1"/>
              <a:t>resize</a:t>
            </a:r>
            <a:r>
              <a:rPr lang="nl-BE" sz="2800" dirty="0"/>
              <a:t> database </a:t>
            </a:r>
            <a:r>
              <a:rPr lang="nl-BE" sz="2800" dirty="0" err="1"/>
              <a:t>to</a:t>
            </a:r>
            <a:r>
              <a:rPr lang="nl-BE" sz="2800" dirty="0"/>
              <a:t> S0 </a:t>
            </a:r>
            <a:r>
              <a:rPr lang="nl-BE" sz="2800" dirty="0" err="1"/>
              <a:t>once</a:t>
            </a:r>
            <a:r>
              <a:rPr lang="nl-BE" sz="2800" dirty="0"/>
              <a:t> Power BI has </a:t>
            </a:r>
            <a:r>
              <a:rPr lang="nl-BE" sz="2800" dirty="0" err="1"/>
              <a:t>finished</a:t>
            </a:r>
            <a:r>
              <a:rPr lang="nl-BE" sz="2800" dirty="0"/>
              <a:t> processing</a:t>
            </a:r>
          </a:p>
          <a:p>
            <a:r>
              <a:rPr lang="nl-BE" sz="2800" dirty="0"/>
              <a:t>ADF </a:t>
            </a:r>
            <a:r>
              <a:rPr lang="nl-BE" sz="2800" dirty="0" err="1"/>
              <a:t>can</a:t>
            </a:r>
            <a:r>
              <a:rPr lang="nl-BE" sz="2800" dirty="0"/>
              <a:t> </a:t>
            </a:r>
            <a:r>
              <a:rPr lang="nl-BE" sz="2800" dirty="0" err="1"/>
              <a:t>orchestrate</a:t>
            </a:r>
            <a:r>
              <a:rPr lang="nl-BE" sz="2800" dirty="0"/>
              <a:t> </a:t>
            </a:r>
            <a:r>
              <a:rPr lang="nl-BE" sz="2800" dirty="0" err="1"/>
              <a:t>this</a:t>
            </a:r>
            <a:r>
              <a:rPr lang="nl-BE" sz="2800" dirty="0"/>
              <a:t> </a:t>
            </a:r>
            <a:r>
              <a:rPr lang="nl-BE" sz="2800" dirty="0" err="1"/>
              <a:t>using</a:t>
            </a:r>
            <a:r>
              <a:rPr lang="nl-BE" sz="2800" dirty="0"/>
              <a:t> </a:t>
            </a:r>
            <a:r>
              <a:rPr lang="nl-BE" sz="2800" dirty="0" err="1"/>
              <a:t>the</a:t>
            </a:r>
            <a:r>
              <a:rPr lang="nl-BE" sz="2800" dirty="0"/>
              <a:t> Power BI REST API</a:t>
            </a:r>
            <a:endParaRPr lang="en-US" sz="2800" dirty="0"/>
          </a:p>
        </p:txBody>
      </p:sp>
      <p:pic>
        <p:nvPicPr>
          <p:cNvPr id="6" name="Content Placeholder 4" descr="A yellow and black rectangles&#10;&#10;Description automatically generated">
            <a:extLst>
              <a:ext uri="{FF2B5EF4-FFF2-40B4-BE49-F238E27FC236}">
                <a16:creationId xmlns:a16="http://schemas.microsoft.com/office/drawing/2014/main" id="{B892D60E-87BC-805A-1571-662B91C6D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120" y="5400989"/>
            <a:ext cx="981360" cy="130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7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81169F-5EC3-B29A-A659-2BF9BB09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30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9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1782-09D3-D61F-E9A8-2AF311F1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4F9F8-F507-1F7B-560F-18BB6F3E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Refreshing a Power BI Dataset using Azure Data Factory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5032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26A323-ADFE-A02B-E06E-9E5FC358A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 / CD</a:t>
            </a:r>
            <a:endParaRPr lang="nl-B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6AC153-25A0-2525-2321-761831C6E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914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D85B5-970D-C026-4A6F-AE78A116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Devops</a:t>
            </a:r>
            <a:endParaRPr lang="nl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11034-7A20-EF75-558B-4B04409E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control = git in Azure Repos</a:t>
            </a:r>
          </a:p>
          <a:p>
            <a:pPr lvl="1"/>
            <a:r>
              <a:rPr lang="en-US" dirty="0"/>
              <a:t>database: Visual Studio (SSDT) &amp; SSMS</a:t>
            </a:r>
          </a:p>
          <a:p>
            <a:pPr lvl="1"/>
            <a:r>
              <a:rPr lang="en-US" dirty="0"/>
              <a:t>Azure Functions: Visual Studio (Code)</a:t>
            </a:r>
          </a:p>
          <a:p>
            <a:pPr lvl="1"/>
            <a:r>
              <a:rPr lang="en-US" dirty="0"/>
              <a:t>ADF: browser</a:t>
            </a:r>
          </a:p>
          <a:p>
            <a:pPr lvl="1"/>
            <a:endParaRPr lang="en-US" dirty="0"/>
          </a:p>
          <a:p>
            <a:r>
              <a:rPr lang="en-US" dirty="0"/>
              <a:t>build pipelines runs after commit to </a:t>
            </a:r>
            <a:r>
              <a:rPr lang="en-US" i="1" dirty="0"/>
              <a:t>main</a:t>
            </a:r>
          </a:p>
          <a:p>
            <a:endParaRPr lang="en-US" i="1" dirty="0"/>
          </a:p>
          <a:p>
            <a:r>
              <a:rPr lang="en-US" dirty="0"/>
              <a:t>release pipelines to test/prod run manually</a:t>
            </a:r>
          </a:p>
          <a:p>
            <a:endParaRPr lang="en-US" dirty="0"/>
          </a:p>
          <a:p>
            <a:r>
              <a:rPr lang="en-US" dirty="0"/>
              <a:t>private project is free in Azure Devops when &lt;= 5 </a:t>
            </a:r>
            <a:r>
              <a:rPr lang="en-US" dirty="0" err="1"/>
              <a:t>devs</a:t>
            </a:r>
            <a:endParaRPr lang="en-US" dirty="0"/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6711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26A323-ADFE-A02B-E06E-9E5FC358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12" y="799151"/>
            <a:ext cx="8616713" cy="1903106"/>
          </a:xfrm>
        </p:spPr>
        <p:txBody>
          <a:bodyPr/>
          <a:lstStyle/>
          <a:p>
            <a:r>
              <a:rPr lang="en-US" dirty="0"/>
              <a:t>what about Fabric?</a:t>
            </a:r>
            <a:endParaRPr lang="nl-BE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6AC153-25A0-2525-2321-761831C6E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8087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BF702F-F8B0-E202-8B70-5F929454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in one single platform</a:t>
            </a:r>
            <a:endParaRPr lang="nl-BE" dirty="0"/>
          </a:p>
        </p:txBody>
      </p:sp>
      <p:pic>
        <p:nvPicPr>
          <p:cNvPr id="5" name="Afbeelding 6">
            <a:extLst>
              <a:ext uri="{FF2B5EF4-FFF2-40B4-BE49-F238E27FC236}">
                <a16:creationId xmlns:a16="http://schemas.microsoft.com/office/drawing/2014/main" id="{D1109A36-0A86-83AD-2CF7-B9262F7BB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20" y="1816492"/>
            <a:ext cx="9053345" cy="4395597"/>
          </a:xfrm>
          <a:prstGeom prst="rect">
            <a:avLst/>
          </a:prstGeom>
        </p:spPr>
      </p:pic>
      <p:pic>
        <p:nvPicPr>
          <p:cNvPr id="7" name="Afbeelding 9" descr="Afbeelding met schermopname, Graphics, grafische vormgeving, ontwerp&#10;&#10;Automatisch gegenereerde beschrijving">
            <a:extLst>
              <a:ext uri="{FF2B5EF4-FFF2-40B4-BE49-F238E27FC236}">
                <a16:creationId xmlns:a16="http://schemas.microsoft.com/office/drawing/2014/main" id="{6805FAB6-EB3F-1A86-D1FB-F5B2DEC9C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82" y="1662222"/>
            <a:ext cx="756115" cy="756115"/>
          </a:xfrm>
          <a:prstGeom prst="rect">
            <a:avLst/>
          </a:prstGeom>
        </p:spPr>
      </p:pic>
      <p:pic>
        <p:nvPicPr>
          <p:cNvPr id="8" name="Afbeelding 11" descr="Afbeelding met Graphics, Kleurrijkheid, cirkel, creativiteit&#10;&#10;Automatisch gegenereerde beschrijving">
            <a:extLst>
              <a:ext uri="{FF2B5EF4-FFF2-40B4-BE49-F238E27FC236}">
                <a16:creationId xmlns:a16="http://schemas.microsoft.com/office/drawing/2014/main" id="{6BB6D1A0-4441-18E3-C866-25707ABA9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069" y="3444774"/>
            <a:ext cx="299357" cy="299942"/>
          </a:xfrm>
          <a:prstGeom prst="rect">
            <a:avLst/>
          </a:prstGeom>
        </p:spPr>
      </p:pic>
      <p:pic>
        <p:nvPicPr>
          <p:cNvPr id="9" name="Afbeelding 13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0B946084-81EB-3515-1D3E-BEEF0DB972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963" y="1956845"/>
            <a:ext cx="587204" cy="588351"/>
          </a:xfrm>
          <a:prstGeom prst="rect">
            <a:avLst/>
          </a:prstGeom>
        </p:spPr>
      </p:pic>
      <p:pic>
        <p:nvPicPr>
          <p:cNvPr id="10" name="Afbeelding 15" descr="Afbeelding met schermopname, Elektrisch blauw, Graphics, ontwerp&#10;&#10;Automatisch gegenereerde beschrijving">
            <a:extLst>
              <a:ext uri="{FF2B5EF4-FFF2-40B4-BE49-F238E27FC236}">
                <a16:creationId xmlns:a16="http://schemas.microsoft.com/office/drawing/2014/main" id="{EFBB0480-8462-11CB-3AF1-687BEE6A77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584" y="2840649"/>
            <a:ext cx="619583" cy="620793"/>
          </a:xfrm>
          <a:prstGeom prst="rect">
            <a:avLst/>
          </a:prstGeom>
        </p:spPr>
      </p:pic>
      <p:sp>
        <p:nvSpPr>
          <p:cNvPr id="11" name="Tekstvak 16">
            <a:extLst>
              <a:ext uri="{FF2B5EF4-FFF2-40B4-BE49-F238E27FC236}">
                <a16:creationId xmlns:a16="http://schemas.microsoft.com/office/drawing/2014/main" id="{5D6EE91F-8198-D38B-084C-BA7AA465A329}"/>
              </a:ext>
            </a:extLst>
          </p:cNvPr>
          <p:cNvSpPr txBox="1"/>
          <p:nvPr/>
        </p:nvSpPr>
        <p:spPr>
          <a:xfrm>
            <a:off x="10677265" y="2112520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Power BI</a:t>
            </a:r>
            <a:endParaRPr lang="en-US"/>
          </a:p>
        </p:txBody>
      </p:sp>
      <p:sp>
        <p:nvSpPr>
          <p:cNvPr id="12" name="Tekstvak 17">
            <a:extLst>
              <a:ext uri="{FF2B5EF4-FFF2-40B4-BE49-F238E27FC236}">
                <a16:creationId xmlns:a16="http://schemas.microsoft.com/office/drawing/2014/main" id="{DD9C567A-F432-046D-996A-49169F9E3EAD}"/>
              </a:ext>
            </a:extLst>
          </p:cNvPr>
          <p:cNvSpPr txBox="1"/>
          <p:nvPr/>
        </p:nvSpPr>
        <p:spPr>
          <a:xfrm>
            <a:off x="10467425" y="2920212"/>
            <a:ext cx="1205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Synapse</a:t>
            </a:r>
          </a:p>
          <a:p>
            <a:pPr algn="ctr"/>
            <a:r>
              <a:rPr lang="en-US" sz="1200"/>
              <a:t>Data Science</a:t>
            </a:r>
            <a:endParaRPr lang="en-US"/>
          </a:p>
        </p:txBody>
      </p:sp>
      <p:sp>
        <p:nvSpPr>
          <p:cNvPr id="13" name="Tekstvak 18">
            <a:extLst>
              <a:ext uri="{FF2B5EF4-FFF2-40B4-BE49-F238E27FC236}">
                <a16:creationId xmlns:a16="http://schemas.microsoft.com/office/drawing/2014/main" id="{E56F089B-7E12-73B1-EDD3-912C7D2561F2}"/>
              </a:ext>
            </a:extLst>
          </p:cNvPr>
          <p:cNvSpPr txBox="1"/>
          <p:nvPr/>
        </p:nvSpPr>
        <p:spPr>
          <a:xfrm>
            <a:off x="3813592" y="3679298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OneLake</a:t>
            </a:r>
            <a:endParaRPr lang="en-US" sz="1400"/>
          </a:p>
        </p:txBody>
      </p:sp>
      <p:pic>
        <p:nvPicPr>
          <p:cNvPr id="14" name="Afbeelding 20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6EAFFF02-2B45-0069-44FA-B4325A4292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501" y="3644990"/>
            <a:ext cx="423782" cy="424609"/>
          </a:xfrm>
          <a:prstGeom prst="rect">
            <a:avLst/>
          </a:prstGeom>
        </p:spPr>
      </p:pic>
      <p:pic>
        <p:nvPicPr>
          <p:cNvPr id="15" name="Afbeelding 22" descr="Afbeelding met Graphics, Kleurrijkheid, grafische vormgeving, creativiteit&#10;&#10;Automatisch gegenereerde beschrijving">
            <a:extLst>
              <a:ext uri="{FF2B5EF4-FFF2-40B4-BE49-F238E27FC236}">
                <a16:creationId xmlns:a16="http://schemas.microsoft.com/office/drawing/2014/main" id="{E4F4C74E-0192-A2C6-020A-EEA868CEBC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978" y="4139317"/>
            <a:ext cx="456793" cy="456793"/>
          </a:xfrm>
          <a:prstGeom prst="rect">
            <a:avLst/>
          </a:prstGeom>
        </p:spPr>
      </p:pic>
      <p:sp>
        <p:nvSpPr>
          <p:cNvPr id="16" name="Tekstvak 23">
            <a:extLst>
              <a:ext uri="{FF2B5EF4-FFF2-40B4-BE49-F238E27FC236}">
                <a16:creationId xmlns:a16="http://schemas.microsoft.com/office/drawing/2014/main" id="{7AF0FBBA-2585-5CD5-B967-C233E300CDA9}"/>
              </a:ext>
            </a:extLst>
          </p:cNvPr>
          <p:cNvSpPr txBox="1"/>
          <p:nvPr/>
        </p:nvSpPr>
        <p:spPr>
          <a:xfrm>
            <a:off x="10541977" y="3703744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Data Factory</a:t>
            </a:r>
            <a:endParaRPr lang="en-US"/>
          </a:p>
        </p:txBody>
      </p:sp>
      <p:sp>
        <p:nvSpPr>
          <p:cNvPr id="17" name="Tekstvak 24">
            <a:extLst>
              <a:ext uri="{FF2B5EF4-FFF2-40B4-BE49-F238E27FC236}">
                <a16:creationId xmlns:a16="http://schemas.microsoft.com/office/drawing/2014/main" id="{BD763AE2-533B-9F3F-DB74-CDD6EE9C5F72}"/>
              </a:ext>
            </a:extLst>
          </p:cNvPr>
          <p:cNvSpPr txBox="1"/>
          <p:nvPr/>
        </p:nvSpPr>
        <p:spPr>
          <a:xfrm>
            <a:off x="10511663" y="4220550"/>
            <a:ext cx="1293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Data Activator</a:t>
            </a:r>
            <a:endParaRPr lang="en-US"/>
          </a:p>
        </p:txBody>
      </p:sp>
      <p:pic>
        <p:nvPicPr>
          <p:cNvPr id="18" name="Afbeelding 26" descr="Afbeelding met Graphics, Lettertype, logo, grafische vormgeving&#10;&#10;Automatisch gegenereerde beschrijving">
            <a:extLst>
              <a:ext uri="{FF2B5EF4-FFF2-40B4-BE49-F238E27FC236}">
                <a16:creationId xmlns:a16="http://schemas.microsoft.com/office/drawing/2014/main" id="{0F3C62D9-1768-0048-AEAA-6E9908B0CB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978" y="3099261"/>
            <a:ext cx="673173" cy="244516"/>
          </a:xfrm>
          <a:prstGeom prst="rect">
            <a:avLst/>
          </a:prstGeom>
        </p:spPr>
      </p:pic>
      <p:pic>
        <p:nvPicPr>
          <p:cNvPr id="19" name="Afbeelding 27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BAF68975-6DC5-D930-4325-0436E0CEDE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179" y="3055993"/>
            <a:ext cx="244040" cy="244516"/>
          </a:xfrm>
          <a:prstGeom prst="rect">
            <a:avLst/>
          </a:prstGeom>
        </p:spPr>
      </p:pic>
      <p:sp>
        <p:nvSpPr>
          <p:cNvPr id="20" name="Tekstvak 28">
            <a:extLst>
              <a:ext uri="{FF2B5EF4-FFF2-40B4-BE49-F238E27FC236}">
                <a16:creationId xmlns:a16="http://schemas.microsoft.com/office/drawing/2014/main" id="{7D46A93C-3B0F-B009-AE6D-4F1517EC1304}"/>
              </a:ext>
            </a:extLst>
          </p:cNvPr>
          <p:cNvSpPr txBox="1"/>
          <p:nvPr/>
        </p:nvSpPr>
        <p:spPr>
          <a:xfrm>
            <a:off x="4082046" y="3028475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Data</a:t>
            </a:r>
            <a:br>
              <a:rPr lang="en-US" sz="800"/>
            </a:br>
            <a:r>
              <a:rPr lang="en-US" sz="800"/>
              <a:t>Factory</a:t>
            </a:r>
            <a:endParaRPr lang="en-US" sz="1050"/>
          </a:p>
        </p:txBody>
      </p:sp>
      <p:sp>
        <p:nvSpPr>
          <p:cNvPr id="21" name="Tekstvak 31">
            <a:extLst>
              <a:ext uri="{FF2B5EF4-FFF2-40B4-BE49-F238E27FC236}">
                <a16:creationId xmlns:a16="http://schemas.microsoft.com/office/drawing/2014/main" id="{33FE3462-385B-417C-7950-4871A8EBE58D}"/>
              </a:ext>
            </a:extLst>
          </p:cNvPr>
          <p:cNvSpPr txBox="1"/>
          <p:nvPr/>
        </p:nvSpPr>
        <p:spPr>
          <a:xfrm>
            <a:off x="6521974" y="2629410"/>
            <a:ext cx="86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   Warehouse</a:t>
            </a:r>
            <a:endParaRPr lang="en-US" sz="105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E406C287-E688-7B4E-6AEE-1386A6BBB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92183" y="2975565"/>
            <a:ext cx="304800" cy="314325"/>
          </a:xfrm>
          <a:prstGeom prst="rect">
            <a:avLst/>
          </a:prstGeom>
        </p:spPr>
      </p:pic>
      <p:sp>
        <p:nvSpPr>
          <p:cNvPr id="23" name="Tekstvak 34">
            <a:extLst>
              <a:ext uri="{FF2B5EF4-FFF2-40B4-BE49-F238E27FC236}">
                <a16:creationId xmlns:a16="http://schemas.microsoft.com/office/drawing/2014/main" id="{C83A1D21-EA25-8387-1D95-D480069D9922}"/>
              </a:ext>
            </a:extLst>
          </p:cNvPr>
          <p:cNvSpPr txBox="1"/>
          <p:nvPr/>
        </p:nvSpPr>
        <p:spPr>
          <a:xfrm>
            <a:off x="6649209" y="3046361"/>
            <a:ext cx="721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Lakehouse</a:t>
            </a:r>
            <a:endParaRPr lang="en-US" sz="1050"/>
          </a:p>
        </p:txBody>
      </p:sp>
      <p:pic>
        <p:nvPicPr>
          <p:cNvPr id="24" name="Afbeelding 36" descr="Afbeelding met schermopname, Graphics, Elektrisch blauw, grafische vormgeving&#10;&#10;Automatisch gegenereerde beschrijving">
            <a:extLst>
              <a:ext uri="{FF2B5EF4-FFF2-40B4-BE49-F238E27FC236}">
                <a16:creationId xmlns:a16="http://schemas.microsoft.com/office/drawing/2014/main" id="{2ED772D3-0896-F9A8-49E7-4D09064AA8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179" y="2545196"/>
            <a:ext cx="244040" cy="244517"/>
          </a:xfrm>
          <a:prstGeom prst="rect">
            <a:avLst/>
          </a:prstGeom>
        </p:spPr>
      </p:pic>
      <p:sp>
        <p:nvSpPr>
          <p:cNvPr id="25" name="Tekstvak 37">
            <a:extLst>
              <a:ext uri="{FF2B5EF4-FFF2-40B4-BE49-F238E27FC236}">
                <a16:creationId xmlns:a16="http://schemas.microsoft.com/office/drawing/2014/main" id="{D0C22537-2D39-E069-8741-8E945D74AF1A}"/>
              </a:ext>
            </a:extLst>
          </p:cNvPr>
          <p:cNvSpPr txBox="1"/>
          <p:nvPr/>
        </p:nvSpPr>
        <p:spPr>
          <a:xfrm>
            <a:off x="4005050" y="2517084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Synapse</a:t>
            </a:r>
            <a:br>
              <a:rPr lang="en-US" sz="800"/>
            </a:br>
            <a:r>
              <a:rPr lang="en-US" sz="800"/>
              <a:t>RT Analytics</a:t>
            </a:r>
            <a:endParaRPr lang="en-US" sz="105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D1401BE-2C7B-72F8-19D5-0F02DD25F1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01244" y="5852704"/>
            <a:ext cx="359385" cy="359385"/>
          </a:xfrm>
          <a:prstGeom prst="rect">
            <a:avLst/>
          </a:prstGeom>
        </p:spPr>
      </p:pic>
      <p:sp>
        <p:nvSpPr>
          <p:cNvPr id="27" name="Tekstvak 41">
            <a:extLst>
              <a:ext uri="{FF2B5EF4-FFF2-40B4-BE49-F238E27FC236}">
                <a16:creationId xmlns:a16="http://schemas.microsoft.com/office/drawing/2014/main" id="{FB943026-527A-C4F6-A576-A797FB4E92EB}"/>
              </a:ext>
            </a:extLst>
          </p:cNvPr>
          <p:cNvSpPr txBox="1"/>
          <p:nvPr/>
        </p:nvSpPr>
        <p:spPr>
          <a:xfrm>
            <a:off x="1560629" y="5893896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err="1"/>
              <a:t>Entra</a:t>
            </a:r>
            <a:r>
              <a:rPr lang="en-US" sz="1200"/>
              <a:t> ID</a:t>
            </a:r>
            <a:endParaRPr 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F264B7D-138F-13B0-4AFB-6D43BC7525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0839" y="6313253"/>
            <a:ext cx="359385" cy="359385"/>
          </a:xfrm>
          <a:prstGeom prst="rect">
            <a:avLst/>
          </a:prstGeom>
        </p:spPr>
      </p:pic>
      <p:sp>
        <p:nvSpPr>
          <p:cNvPr id="29" name="Tekstvak 44">
            <a:extLst>
              <a:ext uri="{FF2B5EF4-FFF2-40B4-BE49-F238E27FC236}">
                <a16:creationId xmlns:a16="http://schemas.microsoft.com/office/drawing/2014/main" id="{E90B5B8E-570D-C36B-C9E9-A5B1DC0AF132}"/>
              </a:ext>
            </a:extLst>
          </p:cNvPr>
          <p:cNvSpPr txBox="1"/>
          <p:nvPr/>
        </p:nvSpPr>
        <p:spPr>
          <a:xfrm>
            <a:off x="1560629" y="6354445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Key Vault</a:t>
            </a:r>
            <a:endParaRPr lang="en-US"/>
          </a:p>
        </p:txBody>
      </p:sp>
      <p:sp>
        <p:nvSpPr>
          <p:cNvPr id="30" name="Tekstvak 47">
            <a:extLst>
              <a:ext uri="{FF2B5EF4-FFF2-40B4-BE49-F238E27FC236}">
                <a16:creationId xmlns:a16="http://schemas.microsoft.com/office/drawing/2014/main" id="{9A29DFB2-80CE-9D20-E248-BF6AF05317AB}"/>
              </a:ext>
            </a:extLst>
          </p:cNvPr>
          <p:cNvSpPr txBox="1"/>
          <p:nvPr/>
        </p:nvSpPr>
        <p:spPr>
          <a:xfrm>
            <a:off x="2774263" y="5893896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Purview</a:t>
            </a:r>
            <a:endParaRPr lang="en-US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EA6F7F7B-0A1E-BAB5-CA91-3ACD68B211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59644" y="5852702"/>
            <a:ext cx="359385" cy="359385"/>
          </a:xfrm>
          <a:prstGeom prst="rect">
            <a:avLst/>
          </a:prstGeom>
        </p:spPr>
      </p:pic>
      <p:pic>
        <p:nvPicPr>
          <p:cNvPr id="32" name="Afbeelding 50" descr="Afbeelding met Graphics, Lettertype, logo, grafische vormgeving&#10;&#10;Automatisch gegenereerde beschrijving">
            <a:extLst>
              <a:ext uri="{FF2B5EF4-FFF2-40B4-BE49-F238E27FC236}">
                <a16:creationId xmlns:a16="http://schemas.microsoft.com/office/drawing/2014/main" id="{2CDFEF84-EC83-3287-9734-E7BE41A00F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761" y="6375601"/>
            <a:ext cx="673173" cy="244516"/>
          </a:xfrm>
          <a:prstGeom prst="rect">
            <a:avLst/>
          </a:prstGeom>
        </p:spPr>
      </p:pic>
      <p:sp>
        <p:nvSpPr>
          <p:cNvPr id="33" name="Rechthoek 52">
            <a:extLst>
              <a:ext uri="{FF2B5EF4-FFF2-40B4-BE49-F238E27FC236}">
                <a16:creationId xmlns:a16="http://schemas.microsoft.com/office/drawing/2014/main" id="{D7490D1A-A44E-4B69-9C2D-F3413DEAF3DA}"/>
              </a:ext>
            </a:extLst>
          </p:cNvPr>
          <p:cNvSpPr/>
          <p:nvPr/>
        </p:nvSpPr>
        <p:spPr>
          <a:xfrm>
            <a:off x="3760952" y="5870512"/>
            <a:ext cx="441752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kstvak 51">
            <a:extLst>
              <a:ext uri="{FF2B5EF4-FFF2-40B4-BE49-F238E27FC236}">
                <a16:creationId xmlns:a16="http://schemas.microsoft.com/office/drawing/2014/main" id="{1B3AF3E3-3FBE-39E9-91C3-6E82F1A99920}"/>
              </a:ext>
            </a:extLst>
          </p:cNvPr>
          <p:cNvSpPr txBox="1"/>
          <p:nvPr/>
        </p:nvSpPr>
        <p:spPr>
          <a:xfrm>
            <a:off x="4062546" y="5883009"/>
            <a:ext cx="77938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/>
              <a:t>DevOps</a:t>
            </a:r>
            <a:endParaRPr lang="en-US"/>
          </a:p>
        </p:txBody>
      </p:sp>
      <p:pic>
        <p:nvPicPr>
          <p:cNvPr id="35" name="Picture 2" descr="Azure Devops Logo PNG vector in SVG, PDF, AI, CDR format">
            <a:extLst>
              <a:ext uri="{FF2B5EF4-FFF2-40B4-BE49-F238E27FC236}">
                <a16:creationId xmlns:a16="http://schemas.microsoft.com/office/drawing/2014/main" id="{DFA38FCC-5085-8AA3-E90C-937C58A88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916" y="5853794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Afbeelding 53" descr="Afbeelding met Graphics, grafische vormgeving, clipart, creativiteit&#10;&#10;Automatisch gegenereerde beschrijving">
            <a:extLst>
              <a:ext uri="{FF2B5EF4-FFF2-40B4-BE49-F238E27FC236}">
                <a16:creationId xmlns:a16="http://schemas.microsoft.com/office/drawing/2014/main" id="{77FAEA7A-59C7-2B05-18AC-733C4A755D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957" y="5905667"/>
            <a:ext cx="244801" cy="245279"/>
          </a:xfrm>
          <a:prstGeom prst="rect">
            <a:avLst/>
          </a:prstGeom>
        </p:spPr>
      </p:pic>
      <p:sp>
        <p:nvSpPr>
          <p:cNvPr id="37" name="Tekstvak 54">
            <a:extLst>
              <a:ext uri="{FF2B5EF4-FFF2-40B4-BE49-F238E27FC236}">
                <a16:creationId xmlns:a16="http://schemas.microsoft.com/office/drawing/2014/main" id="{76FD48B8-4E39-3A96-1BE2-96E3AF19829C}"/>
              </a:ext>
            </a:extLst>
          </p:cNvPr>
          <p:cNvSpPr txBox="1"/>
          <p:nvPr/>
        </p:nvSpPr>
        <p:spPr>
          <a:xfrm>
            <a:off x="6375133" y="5889806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Data Factory</a:t>
            </a:r>
            <a:endParaRPr lang="en-US"/>
          </a:p>
        </p:txBody>
      </p:sp>
      <p:sp>
        <p:nvSpPr>
          <p:cNvPr id="38" name="Tekstvak 55">
            <a:extLst>
              <a:ext uri="{FF2B5EF4-FFF2-40B4-BE49-F238E27FC236}">
                <a16:creationId xmlns:a16="http://schemas.microsoft.com/office/drawing/2014/main" id="{28D2F317-8E0D-01AB-52FD-77D3D69B41BA}"/>
              </a:ext>
            </a:extLst>
          </p:cNvPr>
          <p:cNvSpPr txBox="1"/>
          <p:nvPr/>
        </p:nvSpPr>
        <p:spPr>
          <a:xfrm>
            <a:off x="7913245" y="5883009"/>
            <a:ext cx="77938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/>
              <a:t>DevOps</a:t>
            </a:r>
            <a:endParaRPr lang="en-US"/>
          </a:p>
        </p:txBody>
      </p:sp>
      <p:pic>
        <p:nvPicPr>
          <p:cNvPr id="39" name="Picture 2" descr="Azure Devops Logo PNG vector in SVG, PDF, AI, CDR format">
            <a:extLst>
              <a:ext uri="{FF2B5EF4-FFF2-40B4-BE49-F238E27FC236}">
                <a16:creationId xmlns:a16="http://schemas.microsoft.com/office/drawing/2014/main" id="{8DEE8351-1E5E-3FB7-ACCF-3197A340D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615" y="5853794"/>
            <a:ext cx="486460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Azure Repos Logo PNG vector in SVG, PDF, AI, CDR format">
            <a:extLst>
              <a:ext uri="{FF2B5EF4-FFF2-40B4-BE49-F238E27FC236}">
                <a16:creationId xmlns:a16="http://schemas.microsoft.com/office/drawing/2014/main" id="{619DA9D4-2447-2AB1-1905-7B9ADCEB3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629" y="6254330"/>
            <a:ext cx="502432" cy="37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kstvak 58">
            <a:extLst>
              <a:ext uri="{FF2B5EF4-FFF2-40B4-BE49-F238E27FC236}">
                <a16:creationId xmlns:a16="http://schemas.microsoft.com/office/drawing/2014/main" id="{9DEEF073-ED8F-FFE5-6704-6EF501C0CDEC}"/>
              </a:ext>
            </a:extLst>
          </p:cNvPr>
          <p:cNvSpPr txBox="1"/>
          <p:nvPr/>
        </p:nvSpPr>
        <p:spPr>
          <a:xfrm>
            <a:off x="7913245" y="6313253"/>
            <a:ext cx="641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Repos</a:t>
            </a:r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80490792-2CFF-465C-3A07-58CD8F3DB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83982" y="5877355"/>
            <a:ext cx="301900" cy="301900"/>
          </a:xfrm>
          <a:prstGeom prst="rect">
            <a:avLst/>
          </a:prstGeom>
        </p:spPr>
      </p:pic>
      <p:sp>
        <p:nvSpPr>
          <p:cNvPr id="43" name="Tekstvak 1030">
            <a:extLst>
              <a:ext uri="{FF2B5EF4-FFF2-40B4-BE49-F238E27FC236}">
                <a16:creationId xmlns:a16="http://schemas.microsoft.com/office/drawing/2014/main" id="{A93821CB-CE07-7EDA-B322-4BD8BDAF393A}"/>
              </a:ext>
            </a:extLst>
          </p:cNvPr>
          <p:cNvSpPr txBox="1"/>
          <p:nvPr/>
        </p:nvSpPr>
        <p:spPr>
          <a:xfrm>
            <a:off x="9053195" y="5877355"/>
            <a:ext cx="1608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Cost Management</a:t>
            </a:r>
            <a:endParaRPr lang="en-US"/>
          </a:p>
        </p:txBody>
      </p:sp>
      <p:pic>
        <p:nvPicPr>
          <p:cNvPr id="44" name="Afbeelding 1031" descr="Afbeelding met geel, schermopname, ontwerp&#10;&#10;Automatisch gegenereerde beschrijving">
            <a:extLst>
              <a:ext uri="{FF2B5EF4-FFF2-40B4-BE49-F238E27FC236}">
                <a16:creationId xmlns:a16="http://schemas.microsoft.com/office/drawing/2014/main" id="{BA6C5328-EE37-CDF7-1B89-D2F1C4FC0D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23" y="6303623"/>
            <a:ext cx="273057" cy="273591"/>
          </a:xfrm>
          <a:prstGeom prst="rect">
            <a:avLst/>
          </a:prstGeom>
        </p:spPr>
      </p:pic>
      <p:sp>
        <p:nvSpPr>
          <p:cNvPr id="45" name="Tekstvak 1032">
            <a:extLst>
              <a:ext uri="{FF2B5EF4-FFF2-40B4-BE49-F238E27FC236}">
                <a16:creationId xmlns:a16="http://schemas.microsoft.com/office/drawing/2014/main" id="{6C25D305-3621-297C-BA06-B94EF0D86CE6}"/>
              </a:ext>
            </a:extLst>
          </p:cNvPr>
          <p:cNvSpPr txBox="1"/>
          <p:nvPr/>
        </p:nvSpPr>
        <p:spPr>
          <a:xfrm>
            <a:off x="9066339" y="6313253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Power BI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CC8D065A-590F-C891-E5FE-3C9223DE61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69574" y="2559855"/>
            <a:ext cx="304800" cy="314325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72CD42B-6EDC-B748-BD3C-1FCA18B14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74686" y="2541313"/>
            <a:ext cx="304800" cy="314325"/>
          </a:xfrm>
          <a:prstGeom prst="rect">
            <a:avLst/>
          </a:prstGeom>
        </p:spPr>
      </p:pic>
      <p:sp>
        <p:nvSpPr>
          <p:cNvPr id="48" name="Tekstvak 1043">
            <a:extLst>
              <a:ext uri="{FF2B5EF4-FFF2-40B4-BE49-F238E27FC236}">
                <a16:creationId xmlns:a16="http://schemas.microsoft.com/office/drawing/2014/main" id="{999DC872-FA44-86F5-1E6C-076A06322321}"/>
              </a:ext>
            </a:extLst>
          </p:cNvPr>
          <p:cNvSpPr txBox="1"/>
          <p:nvPr/>
        </p:nvSpPr>
        <p:spPr>
          <a:xfrm>
            <a:off x="5227086" y="2603650"/>
            <a:ext cx="86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   Notebooks</a:t>
            </a:r>
            <a:endParaRPr lang="en-US" sz="1050"/>
          </a:p>
        </p:txBody>
      </p:sp>
      <p:pic>
        <p:nvPicPr>
          <p:cNvPr id="49" name="Picture 2" descr="Getting started with Terraform in DevOps - Aviator Blog">
            <a:extLst>
              <a:ext uri="{FF2B5EF4-FFF2-40B4-BE49-F238E27FC236}">
                <a16:creationId xmlns:a16="http://schemas.microsoft.com/office/drawing/2014/main" id="{8BBDAB2E-B452-E1B5-F7E0-40F38B6C2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416" y="6291684"/>
            <a:ext cx="527460" cy="39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kstvak 2">
            <a:extLst>
              <a:ext uri="{FF2B5EF4-FFF2-40B4-BE49-F238E27FC236}">
                <a16:creationId xmlns:a16="http://schemas.microsoft.com/office/drawing/2014/main" id="{F5D1BDCE-418A-9382-A237-D58F16243C82}"/>
              </a:ext>
            </a:extLst>
          </p:cNvPr>
          <p:cNvSpPr txBox="1"/>
          <p:nvPr/>
        </p:nvSpPr>
        <p:spPr>
          <a:xfrm>
            <a:off x="4046979" y="6351051"/>
            <a:ext cx="88838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/>
              <a:t>Terraform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7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79BA-8485-4C2F-DE8C-B9169380B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can be cheap…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EA10-CDC4-19A9-8218-54693AA7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either start with a low capacity and pause/resume</a:t>
            </a:r>
          </a:p>
          <a:p>
            <a:r>
              <a:rPr lang="en-US" dirty="0"/>
              <a:t>or go for the </a:t>
            </a:r>
            <a:r>
              <a:rPr lang="en-US" dirty="0">
                <a:hlinkClick r:id="rId2"/>
              </a:rPr>
              <a:t>reserved capacity with discount</a:t>
            </a:r>
            <a:endParaRPr lang="en-US" dirty="0"/>
          </a:p>
          <a:p>
            <a:endParaRPr lang="en-US" dirty="0"/>
          </a:p>
          <a:p>
            <a:r>
              <a:rPr lang="en-US" dirty="0"/>
              <a:t>typically, the more code, the less CU usage</a:t>
            </a:r>
          </a:p>
          <a:p>
            <a:pPr lvl="1"/>
            <a:r>
              <a:rPr lang="en-US" dirty="0"/>
              <a:t>lakehouse + notebooks for ingestion</a:t>
            </a:r>
          </a:p>
          <a:p>
            <a:pPr lvl="1"/>
            <a:r>
              <a:rPr lang="en-US" dirty="0"/>
              <a:t>warehouse for dimensional model</a:t>
            </a:r>
          </a:p>
          <a:p>
            <a:pPr lvl="1"/>
            <a:endParaRPr lang="en-US" dirty="0"/>
          </a:p>
          <a:p>
            <a:r>
              <a:rPr lang="en-US" dirty="0"/>
              <a:t>Fabric Data Pipelines is essentially the same as in Azure</a:t>
            </a:r>
          </a:p>
          <a:p>
            <a:endParaRPr lang="en-US" dirty="0"/>
          </a:p>
          <a:p>
            <a:r>
              <a:rPr lang="en-US" dirty="0"/>
              <a:t>Fabric can be a bit more expensive than similar services in Azure due to its SaaS nature</a:t>
            </a:r>
          </a:p>
        </p:txBody>
      </p:sp>
    </p:spTree>
    <p:extLst>
      <p:ext uri="{BB962C8B-B14F-4D97-AF65-F5344CB8AC3E}">
        <p14:creationId xmlns:p14="http://schemas.microsoft.com/office/powerpoint/2010/main" val="313697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790B-D98A-B05A-5AC2-E06A8DF4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 potential, but…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E64A-374C-7F01-4DFF-FEC6394B1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010"/>
            <a:ext cx="10515600" cy="5400990"/>
          </a:xfrm>
        </p:spPr>
        <p:txBody>
          <a:bodyPr>
            <a:normAutofit/>
          </a:bodyPr>
          <a:lstStyle/>
          <a:p>
            <a:r>
              <a:rPr lang="en-US" strike="sngStrike" dirty="0"/>
              <a:t>some enterprise features are still missing</a:t>
            </a:r>
          </a:p>
          <a:p>
            <a:pPr lvl="1"/>
            <a:r>
              <a:rPr lang="en-US" strike="sngStrike" dirty="0"/>
              <a:t>Key Vault (now in preview)</a:t>
            </a:r>
          </a:p>
          <a:p>
            <a:pPr lvl="1"/>
            <a:r>
              <a:rPr lang="en-US" strike="sngStrike" dirty="0"/>
              <a:t>CI / CD for all artefacts (almost done now)</a:t>
            </a:r>
          </a:p>
          <a:p>
            <a:pPr lvl="1"/>
            <a:endParaRPr lang="en-US" dirty="0"/>
          </a:p>
          <a:p>
            <a:r>
              <a:rPr lang="en-US" dirty="0"/>
              <a:t>T-SQL is not 100% the same</a:t>
            </a:r>
          </a:p>
          <a:p>
            <a:pPr lvl="1"/>
            <a:r>
              <a:rPr lang="en-US" dirty="0"/>
              <a:t>IDENTITY has limitations</a:t>
            </a:r>
          </a:p>
          <a:p>
            <a:pPr lvl="1"/>
            <a:r>
              <a:rPr lang="en-US" dirty="0"/>
              <a:t>no PK &amp; FK</a:t>
            </a:r>
          </a:p>
          <a:p>
            <a:pPr lvl="1"/>
            <a:r>
              <a:rPr lang="en-US" dirty="0"/>
              <a:t>limited VARCHAR(MAX)</a:t>
            </a:r>
          </a:p>
          <a:p>
            <a:pPr lvl="1"/>
            <a:r>
              <a:rPr lang="en-US" b="1" dirty="0"/>
              <a:t>but we now have SQL DB! (unfortunately, it’s slow and expensive)</a:t>
            </a:r>
          </a:p>
          <a:p>
            <a:pPr lvl="1"/>
            <a:endParaRPr lang="en-US" dirty="0"/>
          </a:p>
          <a:p>
            <a:r>
              <a:rPr lang="en-US" dirty="0"/>
              <a:t>licensing with capacities can be confusing</a:t>
            </a:r>
          </a:p>
          <a:p>
            <a:pPr lvl="1"/>
            <a:r>
              <a:rPr lang="en-US" dirty="0"/>
              <a:t>how much did we consume exactly?</a:t>
            </a:r>
          </a:p>
          <a:p>
            <a:r>
              <a:rPr lang="en-US" dirty="0"/>
              <a:t>you still need Power BI Pro</a:t>
            </a:r>
          </a:p>
          <a:p>
            <a:r>
              <a:rPr lang="en-US" dirty="0"/>
              <a:t>I’d still use Power BI import mode</a:t>
            </a:r>
            <a:endParaRPr lang="nl-BE" dirty="0"/>
          </a:p>
        </p:txBody>
      </p:sp>
      <p:pic>
        <p:nvPicPr>
          <p:cNvPr id="4" name="Afbeelding 9" descr="Afbeelding met schermopname, Graphics, grafische vormgeving, ontwerp&#10;&#10;Automatisch gegenereerde beschrijving">
            <a:extLst>
              <a:ext uri="{FF2B5EF4-FFF2-40B4-BE49-F238E27FC236}">
                <a16:creationId xmlns:a16="http://schemas.microsoft.com/office/drawing/2014/main" id="{2B4A5223-918D-0239-B3DF-E2610AAD8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940" y="886129"/>
            <a:ext cx="1979993" cy="197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3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8F53-91A0-DB72-06BF-EC90D6F8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8654-97BC-987F-BBBD-854D331C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Fabric February: An End-to-End Showcase of a Metadata-Driven Microsoft Fabric Framework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008637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66A9FB-463B-9E25-ED20-D36959E12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000" dirty="0"/>
              <a:t> </a:t>
            </a:r>
            <a:br>
              <a:rPr lang="en-US" sz="16600" dirty="0"/>
            </a:br>
            <a:r>
              <a:rPr lang="en-US" sz="16600" dirty="0"/>
              <a:t>conclusion</a:t>
            </a:r>
            <a:endParaRPr lang="nl-BE" sz="16600" dirty="0"/>
          </a:p>
        </p:txBody>
      </p:sp>
    </p:spTree>
    <p:extLst>
      <p:ext uri="{BB962C8B-B14F-4D97-AF65-F5344CB8AC3E}">
        <p14:creationId xmlns:p14="http://schemas.microsoft.com/office/powerpoint/2010/main" val="13959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E5F937-9B2A-A5F8-4111-0535AFAB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F2077-9174-4522-0026-38AE8B0FB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having a </a:t>
            </a:r>
            <a:r>
              <a:rPr lang="en-US" b="1" dirty="0"/>
              <a:t>metadata driven </a:t>
            </a:r>
            <a:r>
              <a:rPr lang="en-US" dirty="0"/>
              <a:t>architecture</a:t>
            </a:r>
          </a:p>
          <a:p>
            <a:endParaRPr lang="en-US" dirty="0"/>
          </a:p>
          <a:p>
            <a:r>
              <a:rPr lang="en-US" dirty="0"/>
              <a:t>minimize costs in ADF</a:t>
            </a:r>
          </a:p>
          <a:p>
            <a:pPr lvl="1"/>
            <a:r>
              <a:rPr lang="en-US" dirty="0"/>
              <a:t>change the defaults</a:t>
            </a:r>
          </a:p>
          <a:p>
            <a:pPr lvl="1"/>
            <a:r>
              <a:rPr lang="en-US" dirty="0"/>
              <a:t>outsource the compute</a:t>
            </a:r>
          </a:p>
          <a:p>
            <a:pPr lvl="1"/>
            <a:r>
              <a:rPr lang="en-US" dirty="0"/>
              <a:t>don’t run it every minute</a:t>
            </a:r>
          </a:p>
          <a:p>
            <a:endParaRPr lang="en-US" dirty="0"/>
          </a:p>
          <a:p>
            <a:r>
              <a:rPr lang="en-US" dirty="0"/>
              <a:t>scale the database up/down when needed</a:t>
            </a:r>
          </a:p>
          <a:p>
            <a:pPr lvl="1"/>
            <a:r>
              <a:rPr lang="en-US" dirty="0"/>
              <a:t>write efficient SQL so you can use a lower tier</a:t>
            </a:r>
          </a:p>
          <a:p>
            <a:pPr lvl="1"/>
            <a:endParaRPr lang="en-US" dirty="0"/>
          </a:p>
          <a:p>
            <a:r>
              <a:rPr lang="en-US" dirty="0"/>
              <a:t>and don’t forget … </a:t>
            </a:r>
            <a:r>
              <a:rPr lang="en-US" b="1" dirty="0"/>
              <a:t>you</a:t>
            </a:r>
            <a:r>
              <a:rPr lang="en-US" dirty="0"/>
              <a:t> are the most expensive part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1044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F3AC-AAB3-0E9E-BC3E-D3D01D7C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€100 data warehouse</a:t>
            </a: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232A9-88B1-98EC-DF6A-4EE110541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0063"/>
            <a:ext cx="5401751" cy="4895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C253AF-914F-5F65-4E28-66625DA2B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526" y="1883096"/>
            <a:ext cx="5057274" cy="4492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BC7B3A-EDB8-1BF3-9EA6-D76C18321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5022" y="4520045"/>
            <a:ext cx="4040905" cy="219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3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1DA5-3F70-B82C-9C96-6F6AD171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Thanks for listening!</a:t>
            </a:r>
            <a:br>
              <a:rPr lang="en-US" dirty="0"/>
            </a:br>
            <a:r>
              <a:rPr lang="en-US" sz="2200" dirty="0"/>
              <a:t>(please leave feedback and check out the sponsors)</a:t>
            </a:r>
            <a:endParaRPr lang="en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92513C-BFD8-3083-6E2C-5816B9E35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181" y="1656085"/>
            <a:ext cx="4719638" cy="471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10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E Template">
  <a:themeElements>
    <a:clrScheme name="A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FF8C00"/>
      </a:accent1>
      <a:accent2>
        <a:srgbClr val="FF4B28"/>
      </a:accent2>
      <a:accent3>
        <a:srgbClr val="FFBF09"/>
      </a:accent3>
      <a:accent4>
        <a:srgbClr val="D20046"/>
      </a:accent4>
      <a:accent5>
        <a:srgbClr val="71012E"/>
      </a:accent5>
      <a:accent6>
        <a:srgbClr val="000000"/>
      </a:accent6>
      <a:hlink>
        <a:srgbClr val="FF8C00"/>
      </a:hlink>
      <a:folHlink>
        <a:srgbClr val="FF4B28"/>
      </a:folHlink>
    </a:clrScheme>
    <a:fontScheme name="AE">
      <a:majorFont>
        <a:latin typeface="Century Gothic Bol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E_PPT_Template_Final" id="{8A8A7240-7B30-1E45-84D0-435844989B9B}" vid="{FD755898-5489-C44C-BEE6-2C280AB2DFBD}"/>
    </a:ext>
  </a:extLst>
</a:theme>
</file>

<file path=ppt/theme/theme2.xml><?xml version="1.0" encoding="utf-8"?>
<a:theme xmlns:a="http://schemas.openxmlformats.org/drawingml/2006/main" name="2_AE Template">
  <a:themeElements>
    <a:clrScheme name="A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FF8C00"/>
      </a:accent1>
      <a:accent2>
        <a:srgbClr val="FF4B28"/>
      </a:accent2>
      <a:accent3>
        <a:srgbClr val="FFBF09"/>
      </a:accent3>
      <a:accent4>
        <a:srgbClr val="D20046"/>
      </a:accent4>
      <a:accent5>
        <a:srgbClr val="71012E"/>
      </a:accent5>
      <a:accent6>
        <a:srgbClr val="000000"/>
      </a:accent6>
      <a:hlink>
        <a:srgbClr val="FF8C00"/>
      </a:hlink>
      <a:folHlink>
        <a:srgbClr val="FF4B28"/>
      </a:folHlink>
    </a:clrScheme>
    <a:fontScheme name="AE">
      <a:majorFont>
        <a:latin typeface="Century Gothic Bol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E_PPT_Template_Final" id="{8A8A7240-7B30-1E45-84D0-435844989B9B}" vid="{FD755898-5489-C44C-BEE6-2C280AB2DFB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pass-summit-2022-speaker-template</Template>
  <TotalTime>50689</TotalTime>
  <Words>1377</Words>
  <Application>Microsoft Office PowerPoint</Application>
  <PresentationFormat>Widescreen</PresentationFormat>
  <Paragraphs>389</Paragraphs>
  <Slides>62</Slides>
  <Notes>18</Notes>
  <HiddenSlides>4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Arial</vt:lpstr>
      <vt:lpstr>Borcer</vt:lpstr>
      <vt:lpstr>Calibri</vt:lpstr>
      <vt:lpstr>Century Gothic</vt:lpstr>
      <vt:lpstr>Century Gothic Bold</vt:lpstr>
      <vt:lpstr>Consolas</vt:lpstr>
      <vt:lpstr>IBM Plex Sans</vt:lpstr>
      <vt:lpstr>Wingdings</vt:lpstr>
      <vt:lpstr>AE Template</vt:lpstr>
      <vt:lpstr>2_AE Template</vt:lpstr>
      <vt:lpstr>think-cell Slide</vt:lpstr>
      <vt:lpstr>PowerPoint Presentation</vt:lpstr>
      <vt:lpstr>Contact</vt:lpstr>
      <vt:lpstr>Building a €100 data warehouse</vt:lpstr>
      <vt:lpstr>Building a €100 data warehouse</vt:lpstr>
      <vt:lpstr>Building a €100 data warehouse</vt:lpstr>
      <vt:lpstr>Building a €100 data warehouse</vt:lpstr>
      <vt:lpstr>Building a €100 data warehouse</vt:lpstr>
      <vt:lpstr>what’s the most expensive part?</vt:lpstr>
      <vt:lpstr>Building a €100 data warehouse</vt:lpstr>
      <vt:lpstr>agenda</vt:lpstr>
      <vt:lpstr>architecture</vt:lpstr>
      <vt:lpstr>typical architecture</vt:lpstr>
      <vt:lpstr>we’re building a (simple) DWH</vt:lpstr>
      <vt:lpstr>we’re building a (simple) DWH</vt:lpstr>
      <vt:lpstr>we’re building a (simple) DWH</vt:lpstr>
      <vt:lpstr>ingest</vt:lpstr>
      <vt:lpstr>Azure Data Factory</vt:lpstr>
      <vt:lpstr>metadata driven</vt:lpstr>
      <vt:lpstr>parameterize everything</vt:lpstr>
      <vt:lpstr>parameterize everything</vt:lpstr>
      <vt:lpstr>fetch metadata &amp; loop</vt:lpstr>
      <vt:lpstr>fill in parameters at runtime</vt:lpstr>
      <vt:lpstr>cost</vt:lpstr>
      <vt:lpstr>important to remember</vt:lpstr>
      <vt:lpstr>example</vt:lpstr>
      <vt:lpstr>example</vt:lpstr>
      <vt:lpstr>50% cost saving with one single config</vt:lpstr>
      <vt:lpstr>move compute to somewhere else</vt:lpstr>
      <vt:lpstr>Azure Functions</vt:lpstr>
      <vt:lpstr>resources</vt:lpstr>
      <vt:lpstr>  demo</vt:lpstr>
      <vt:lpstr>transform</vt:lpstr>
      <vt:lpstr>it’s all SQL</vt:lpstr>
      <vt:lpstr>and it’s all about patterns</vt:lpstr>
      <vt:lpstr>type 1 dimension</vt:lpstr>
      <vt:lpstr>type 1 dimension</vt:lpstr>
      <vt:lpstr>type 2 dimension</vt:lpstr>
      <vt:lpstr>type 2 dimension</vt:lpstr>
      <vt:lpstr>facts</vt:lpstr>
      <vt:lpstr>exceptions</vt:lpstr>
      <vt:lpstr>metadata</vt:lpstr>
      <vt:lpstr>ELT flow</vt:lpstr>
      <vt:lpstr>ELT flow – load DWH</vt:lpstr>
      <vt:lpstr>scale DWH up and down</vt:lpstr>
      <vt:lpstr>resources</vt:lpstr>
      <vt:lpstr>  demo</vt:lpstr>
      <vt:lpstr>model &amp; serve</vt:lpstr>
      <vt:lpstr>Power BI</vt:lpstr>
      <vt:lpstr>Power BI</vt:lpstr>
      <vt:lpstr>PowerPoint Presentation</vt:lpstr>
      <vt:lpstr>resources</vt:lpstr>
      <vt:lpstr>CI / CD</vt:lpstr>
      <vt:lpstr>Azure Devops</vt:lpstr>
      <vt:lpstr>what about Fabric?</vt:lpstr>
      <vt:lpstr>everything in one single platform</vt:lpstr>
      <vt:lpstr>Fabric can be cheap…</vt:lpstr>
      <vt:lpstr>great potential, but…</vt:lpstr>
      <vt:lpstr>resources</vt:lpstr>
      <vt:lpstr>  conclusion</vt:lpstr>
      <vt:lpstr>Building a €100 data warehouse</vt:lpstr>
      <vt:lpstr>Building a €100 data warehouse</vt:lpstr>
      <vt:lpstr>Thanks for listening! (please leave feedback and check out the sponsors)</vt:lpstr>
    </vt:vector>
  </TitlesOfParts>
  <Company>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Migrate Your SSIS Skills to Azure Data Factory</dc:title>
  <dc:creator>Koen Verbeeck</dc:creator>
  <cp:lastModifiedBy>Koen Verbeeck</cp:lastModifiedBy>
  <cp:revision>17</cp:revision>
  <dcterms:created xsi:type="dcterms:W3CDTF">2022-08-23T10:53:58Z</dcterms:created>
  <dcterms:modified xsi:type="dcterms:W3CDTF">2026-05-18T10:19:49Z</dcterms:modified>
</cp:coreProperties>
</file>